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307" r:id="rId3"/>
    <p:sldId id="260" r:id="rId4"/>
    <p:sldId id="270" r:id="rId5"/>
    <p:sldId id="291" r:id="rId6"/>
    <p:sldId id="318" r:id="rId7"/>
    <p:sldId id="344" r:id="rId8"/>
    <p:sldId id="347" r:id="rId9"/>
    <p:sldId id="319" r:id="rId10"/>
    <p:sldId id="283" r:id="rId11"/>
    <p:sldId id="341" r:id="rId12"/>
    <p:sldId id="343" r:id="rId13"/>
    <p:sldId id="342" r:id="rId14"/>
    <p:sldId id="346" r:id="rId15"/>
    <p:sldId id="339" r:id="rId16"/>
    <p:sldId id="340" r:id="rId17"/>
    <p:sldId id="345" r:id="rId18"/>
    <p:sldId id="285" r:id="rId19"/>
    <p:sldId id="336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F88"/>
    <a:srgbClr val="8994BD"/>
    <a:srgbClr val="96A2D0"/>
    <a:srgbClr val="93BFF5"/>
    <a:srgbClr val="E6E6E6"/>
    <a:srgbClr val="3A68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3" autoAdjust="0"/>
    <p:restoredTop sz="94660"/>
  </p:normalViewPr>
  <p:slideViewPr>
    <p:cSldViewPr snapToGrid="0">
      <p:cViewPr varScale="1">
        <p:scale>
          <a:sx n="89" d="100"/>
          <a:sy n="89" d="100"/>
        </p:scale>
        <p:origin x="260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EBC71-470F-4178-8939-B7F43C998C3E}" type="datetimeFigureOut">
              <a:rPr lang="zh-CN" altLang="en-US" smtClean="0"/>
              <a:t>2024/6/5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7F53EF-5364-44E3-BFA2-84231755F7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64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CBCBD-A104-4017-AE22-E7414AF54D3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012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CF4B11-F572-4DFC-9C9B-6A3CD1BCE1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234C54C-1BA6-440A-8D1B-F8BCE242FF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56EE14-5E8C-42D6-8B1C-138B21B7F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2024/6/5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189FBD-18D7-4E8C-AC37-C54A7E72E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2B2B56-4F25-4616-A188-56D2ACCF1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478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4D3867-6D2D-4593-AC3F-B8E58C872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36C074-A1D1-4AA5-8442-2C11F3B58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4E8C40-44F5-4283-BF35-89F2C4302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2024/6/5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CA79F0-95A9-4981-8FB9-04D63D57C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BEDC06-5A03-4F54-9BA2-842910E53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11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733D58-C466-44BC-972E-587AD0D45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393EC4-145A-485A-A568-F282A0CC0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3AAC01-5E49-476A-88CC-1D58B239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2024/6/5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6AC38B-B467-4222-AA44-0AD3BDE40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70A2F9-2C51-4DAD-89D5-D291EEEBA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923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3BEE30-4BA4-4E5D-91A1-423AC1F6A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4895D3-5779-4E7B-96AD-64C7403E07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AE0855-595B-4F82-8B46-039050CA2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A3D155-16F0-4A38-A2D0-09D219FE7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2024/6/5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31401B-6434-4F3F-9D1F-1E1D4889F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CDCBEC-7E66-4D99-9199-750DC27EA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328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6667EB-8340-4492-B3A9-A728F915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B05EE6-A0EE-49F6-8DB2-93C313DEC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3D33B3B-D619-44C0-B8FF-6BB33C540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33DD8DF-90AF-4AA9-A4AF-7040FF4B72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419D37D-A566-4F60-A4C3-78BCB7CF32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9CBCC86-6C82-4A0D-9287-32A6405E6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2024/6/5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5E0DED7-DA23-4400-97A1-04B7573C8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0606BFF-B2FB-4915-9F3A-2C98A7665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31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BA1051-BA71-4574-BFA1-AC004EC51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B350898-1F22-4B99-BE58-E24B18BB0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2024/6/5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1EC05BB-0041-4C92-95D3-6E3D1B7E5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AB48AC8-E018-466A-90AF-663F9BDF9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332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85E6A85-9742-4F96-B4AF-2D30690A9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2024/6/5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C0D9671-8387-49B9-9224-F8D5E04A9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482766-12A4-4E9D-A598-FC84A590B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8293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4EBE77-9C31-4448-92F6-8E2538C72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5A61C7-FA85-41FA-8268-50935F00E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910FFD-3BF9-4DCA-AE14-49BC3137B0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7DE66C-12DC-44D6-966F-E31214679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2024/6/5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991129-C6C5-40AE-B3CD-E3A8E7F5E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03AA085-B50D-4BD5-BC03-E1841817F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5332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DB4150-B2F0-479E-A721-35D82BBBD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95BEBB3-457F-4B23-9EE3-8DF050B0AF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000099-46C8-4A17-9C36-8398FFE23A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7DE7DA-AE75-4B26-8CAD-BD9CC0EFB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2024/6/5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C8E070-C62B-4610-AB79-AB28FDDB6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8AD57F-16AE-4378-B779-5AB42B027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4801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890AB4-B48E-4BCB-AF60-2FC3CC5B8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76B1054-3F3D-42E9-B458-83921265B9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B12639-CBE1-475E-9FA8-6C236A2A5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2024/6/5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CAF0BD-D7A7-4B37-B11F-72418A7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A0119A-4817-4B57-A6DE-540FE9B78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94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54BE39A-A81E-4A36-8807-AD97AC5A52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457E41-3EA0-43C4-9FEC-F1DE8D145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BE3E99-9292-4F50-A0F1-678BEFE47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2024/6/5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EB7626-D656-4E24-BD17-27CDF45B8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FC70BD-F514-4D5A-9043-DD06515B2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6315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7642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04EFB9E-31F1-44AC-B2A0-70B3AD7E1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F674FB-ADAE-4C16-9A45-55515D425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525FD1-9DA9-4D47-B946-7A3EE00EA7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1865-B79A-43E4-B218-34456B6B12C9}" type="datetimeFigureOut">
              <a:rPr lang="zh-CN" altLang="en-US" smtClean="0"/>
              <a:t>2024/6/5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7004C3-9974-4565-85A6-888D85E56A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C94A1A-F98A-49BC-BD74-896D43ADD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30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4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1.png"/><Relationship Id="rId5" Type="http://schemas.openxmlformats.org/officeDocument/2006/relationships/image" Target="../media/image28.svg"/><Relationship Id="rId10" Type="http://schemas.openxmlformats.org/officeDocument/2006/relationships/image" Target="../media/image11.pn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33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888971FF-38D5-43EF-AEAB-1FCD8FCDA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318" y="487688"/>
            <a:ext cx="3377364" cy="938156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0F56DD7F-8255-476B-9EC6-C53321F92149}"/>
              </a:ext>
            </a:extLst>
          </p:cNvPr>
          <p:cNvSpPr/>
          <p:nvPr/>
        </p:nvSpPr>
        <p:spPr>
          <a:xfrm>
            <a:off x="0" y="2279259"/>
            <a:ext cx="12192000" cy="2299792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spc="3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平行四边形 14">
            <a:extLst>
              <a:ext uri="{FF2B5EF4-FFF2-40B4-BE49-F238E27FC236}">
                <a16:creationId xmlns:a16="http://schemas.microsoft.com/office/drawing/2014/main" id="{D7F0E690-6592-4097-BF51-75E7C382F258}"/>
              </a:ext>
            </a:extLst>
          </p:cNvPr>
          <p:cNvSpPr/>
          <p:nvPr/>
        </p:nvSpPr>
        <p:spPr>
          <a:xfrm>
            <a:off x="-185979" y="2032990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平行四边形 15">
            <a:extLst>
              <a:ext uri="{FF2B5EF4-FFF2-40B4-BE49-F238E27FC236}">
                <a16:creationId xmlns:a16="http://schemas.microsoft.com/office/drawing/2014/main" id="{A094E650-D683-4077-B8CC-8A016732BD2B}"/>
              </a:ext>
            </a:extLst>
          </p:cNvPr>
          <p:cNvSpPr/>
          <p:nvPr/>
        </p:nvSpPr>
        <p:spPr>
          <a:xfrm>
            <a:off x="7421105" y="4703038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BACA00E-E603-4D86-94F9-A10C4086CDCD}"/>
              </a:ext>
            </a:extLst>
          </p:cNvPr>
          <p:cNvSpPr txBox="1"/>
          <p:nvPr/>
        </p:nvSpPr>
        <p:spPr>
          <a:xfrm>
            <a:off x="2563933" y="5388248"/>
            <a:ext cx="2332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汇报人：</a:t>
            </a:r>
            <a:r>
              <a:rPr lang="en-US" altLang="zh-CN" sz="2400" b="1" dirty="0" err="1"/>
              <a:t>qs</a:t>
            </a:r>
            <a:endParaRPr lang="zh-CN" altLang="en-US" sz="2400" b="1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23E5E9-9089-421C-A8BE-5DDA3C7E417D}"/>
              </a:ext>
            </a:extLst>
          </p:cNvPr>
          <p:cNvSpPr txBox="1"/>
          <p:nvPr/>
        </p:nvSpPr>
        <p:spPr>
          <a:xfrm>
            <a:off x="5473389" y="5388248"/>
            <a:ext cx="4045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指导教师：沾沾喜气  教授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B61AB4E-87B5-41B4-9759-DE4CE9B4F88B}"/>
              </a:ext>
            </a:extLst>
          </p:cNvPr>
          <p:cNvSpPr/>
          <p:nvPr/>
        </p:nvSpPr>
        <p:spPr>
          <a:xfrm>
            <a:off x="2763994" y="2588017"/>
            <a:ext cx="6664005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5600" b="1" spc="3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嘻嘻九八 我滴老家</a:t>
            </a:r>
            <a:endParaRPr lang="en-US" altLang="zh-CN" sz="5600" b="1" spc="3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26B0991-99FE-40EB-AF49-F10667DF3B27}"/>
              </a:ext>
            </a:extLst>
          </p:cNvPr>
          <p:cNvSpPr txBox="1"/>
          <p:nvPr/>
        </p:nvSpPr>
        <p:spPr>
          <a:xfrm>
            <a:off x="0" y="3715132"/>
            <a:ext cx="12192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600" b="1" spc="1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Arial" panose="020B0604020202020204" pitchFamily="34" charset="0"/>
              </a:rPr>
              <a:t>MY CC98   MY HOME</a:t>
            </a:r>
            <a:endParaRPr lang="zh-CN" altLang="en-US" sz="2600" b="1" spc="100" dirty="0">
              <a:solidFill>
                <a:schemeClr val="bg1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558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71CE3DB-FE1B-4E87-9A35-9E523928E1B1}"/>
              </a:ext>
            </a:extLst>
          </p:cNvPr>
          <p:cNvSpPr/>
          <p:nvPr/>
        </p:nvSpPr>
        <p:spPr>
          <a:xfrm>
            <a:off x="-2" y="0"/>
            <a:ext cx="4432397" cy="685800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DF83304-9D5A-4184-9C97-5A87B6C46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488" y="-132623"/>
            <a:ext cx="3947419" cy="138207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BD3C300-A1C5-42B2-A7DC-94CC929AE84A}"/>
              </a:ext>
            </a:extLst>
          </p:cNvPr>
          <p:cNvSpPr txBox="1"/>
          <p:nvPr/>
        </p:nvSpPr>
        <p:spPr>
          <a:xfrm>
            <a:off x="1088901" y="2668728"/>
            <a:ext cx="22545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bg1"/>
                </a:solidFill>
              </a:rPr>
              <a:t>目  录</a:t>
            </a:r>
            <a:endParaRPr lang="en-US" altLang="zh-CN" sz="5400" dirty="0">
              <a:solidFill>
                <a:schemeClr val="bg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B69D44D-18EE-48D8-A130-60DC30AFE76F}"/>
              </a:ext>
            </a:extLst>
          </p:cNvPr>
          <p:cNvSpPr/>
          <p:nvPr/>
        </p:nvSpPr>
        <p:spPr>
          <a:xfrm>
            <a:off x="1320076" y="3941730"/>
            <a:ext cx="18790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cs typeface="Arial" panose="020B0604020202020204" pitchFamily="34" charset="0"/>
              </a:rPr>
              <a:t>CONTENTS</a:t>
            </a:r>
            <a:endParaRPr lang="zh-CN" altLang="en-US" sz="2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166AF29-DB5D-4AC7-A82F-E8F7FD23311C}"/>
              </a:ext>
            </a:extLst>
          </p:cNvPr>
          <p:cNvGrpSpPr/>
          <p:nvPr/>
        </p:nvGrpSpPr>
        <p:grpSpPr>
          <a:xfrm>
            <a:off x="820546" y="2927691"/>
            <a:ext cx="254121" cy="405405"/>
            <a:chOff x="872368" y="2932651"/>
            <a:chExt cx="289004" cy="461055"/>
          </a:xfrm>
          <a:solidFill>
            <a:schemeClr val="bg1">
              <a:alpha val="25000"/>
            </a:schemeClr>
          </a:solidFill>
        </p:grpSpPr>
        <p:sp>
          <p:nvSpPr>
            <p:cNvPr id="7" name="梯形 6">
              <a:extLst>
                <a:ext uri="{FF2B5EF4-FFF2-40B4-BE49-F238E27FC236}">
                  <a16:creationId xmlns:a16="http://schemas.microsoft.com/office/drawing/2014/main" id="{AD4E5EDE-1344-4179-A930-CD4230126F71}"/>
                </a:ext>
              </a:extLst>
            </p:cNvPr>
            <p:cNvSpPr/>
            <p:nvPr/>
          </p:nvSpPr>
          <p:spPr>
            <a:xfrm rot="16200000">
              <a:off x="907985" y="3140319"/>
              <a:ext cx="461055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梯形 7">
              <a:extLst>
                <a:ext uri="{FF2B5EF4-FFF2-40B4-BE49-F238E27FC236}">
                  <a16:creationId xmlns:a16="http://schemas.microsoft.com/office/drawing/2014/main" id="{91CC9F76-FC59-4F27-8213-D7397F848F73}"/>
                </a:ext>
              </a:extLst>
            </p:cNvPr>
            <p:cNvSpPr/>
            <p:nvPr/>
          </p:nvSpPr>
          <p:spPr>
            <a:xfrm rot="16200000">
              <a:off x="865248" y="3140319"/>
              <a:ext cx="298081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梯形 8">
              <a:extLst>
                <a:ext uri="{FF2B5EF4-FFF2-40B4-BE49-F238E27FC236}">
                  <a16:creationId xmlns:a16="http://schemas.microsoft.com/office/drawing/2014/main" id="{83C69301-3F53-4B75-832C-AF8E78FD6C10}"/>
                </a:ext>
              </a:extLst>
            </p:cNvPr>
            <p:cNvSpPr/>
            <p:nvPr/>
          </p:nvSpPr>
          <p:spPr>
            <a:xfrm rot="16200000">
              <a:off x="801751" y="3140319"/>
              <a:ext cx="186954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A30BFE1-800A-4A3F-9FF0-7EA37A9DDD1F}"/>
              </a:ext>
            </a:extLst>
          </p:cNvPr>
          <p:cNvGrpSpPr/>
          <p:nvPr/>
        </p:nvGrpSpPr>
        <p:grpSpPr>
          <a:xfrm flipH="1">
            <a:off x="3311236" y="2927691"/>
            <a:ext cx="254121" cy="405405"/>
            <a:chOff x="872368" y="2932651"/>
            <a:chExt cx="289004" cy="461055"/>
          </a:xfrm>
          <a:solidFill>
            <a:schemeClr val="bg1">
              <a:alpha val="24000"/>
            </a:schemeClr>
          </a:solidFill>
        </p:grpSpPr>
        <p:sp>
          <p:nvSpPr>
            <p:cNvPr id="12" name="梯形 11">
              <a:extLst>
                <a:ext uri="{FF2B5EF4-FFF2-40B4-BE49-F238E27FC236}">
                  <a16:creationId xmlns:a16="http://schemas.microsoft.com/office/drawing/2014/main" id="{B3023C7E-8B12-41BF-8CC3-01EE51D12E14}"/>
                </a:ext>
              </a:extLst>
            </p:cNvPr>
            <p:cNvSpPr/>
            <p:nvPr/>
          </p:nvSpPr>
          <p:spPr>
            <a:xfrm rot="16200000">
              <a:off x="907985" y="3140319"/>
              <a:ext cx="461055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梯形 12">
              <a:extLst>
                <a:ext uri="{FF2B5EF4-FFF2-40B4-BE49-F238E27FC236}">
                  <a16:creationId xmlns:a16="http://schemas.microsoft.com/office/drawing/2014/main" id="{6C87B380-95E4-44D8-B416-76A42C603F64}"/>
                </a:ext>
              </a:extLst>
            </p:cNvPr>
            <p:cNvSpPr/>
            <p:nvPr/>
          </p:nvSpPr>
          <p:spPr>
            <a:xfrm rot="16200000">
              <a:off x="865248" y="3140319"/>
              <a:ext cx="298081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梯形 13">
              <a:extLst>
                <a:ext uri="{FF2B5EF4-FFF2-40B4-BE49-F238E27FC236}">
                  <a16:creationId xmlns:a16="http://schemas.microsoft.com/office/drawing/2014/main" id="{0E556A2A-6E1B-46FB-8070-92101EA8A472}"/>
                </a:ext>
              </a:extLst>
            </p:cNvPr>
            <p:cNvSpPr/>
            <p:nvPr/>
          </p:nvSpPr>
          <p:spPr>
            <a:xfrm rot="16200000">
              <a:off x="801751" y="3140319"/>
              <a:ext cx="186954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B653AA84-AF0C-4F58-994D-6923A04D32F6}"/>
              </a:ext>
            </a:extLst>
          </p:cNvPr>
          <p:cNvSpPr/>
          <p:nvPr/>
        </p:nvSpPr>
        <p:spPr>
          <a:xfrm>
            <a:off x="555838" y="3738315"/>
            <a:ext cx="3320716" cy="45719"/>
          </a:xfrm>
          <a:prstGeom prst="rect">
            <a:avLst/>
          </a:prstGeom>
          <a:solidFill>
            <a:schemeClr val="bg1">
              <a:lumMod val="9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CB10D2B9-A29F-4883-A77A-9AE2CB9454FC}"/>
              </a:ext>
            </a:extLst>
          </p:cNvPr>
          <p:cNvGrpSpPr/>
          <p:nvPr/>
        </p:nvGrpSpPr>
        <p:grpSpPr>
          <a:xfrm>
            <a:off x="6229562" y="857149"/>
            <a:ext cx="5686546" cy="1015663"/>
            <a:chOff x="5399714" y="1249447"/>
            <a:chExt cx="5686546" cy="1015663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203CF3A8-C31F-41BD-A3EF-32E74280D781}"/>
                </a:ext>
              </a:extLst>
            </p:cNvPr>
            <p:cNvGrpSpPr/>
            <p:nvPr/>
          </p:nvGrpSpPr>
          <p:grpSpPr>
            <a:xfrm>
              <a:off x="5399714" y="1249447"/>
              <a:ext cx="770179" cy="1015663"/>
              <a:chOff x="5399714" y="1249447"/>
              <a:chExt cx="770179" cy="1015663"/>
            </a:xfrm>
          </p:grpSpPr>
          <p:sp>
            <p:nvSpPr>
              <p:cNvPr id="18" name="矩形: 对角圆角 17">
                <a:extLst>
                  <a:ext uri="{FF2B5EF4-FFF2-40B4-BE49-F238E27FC236}">
                    <a16:creationId xmlns:a16="http://schemas.microsoft.com/office/drawing/2014/main" id="{DAB7B3AB-B2FF-4A05-9269-A0BB2D188B25}"/>
                  </a:ext>
                </a:extLst>
              </p:cNvPr>
              <p:cNvSpPr/>
              <p:nvPr/>
            </p:nvSpPr>
            <p:spPr>
              <a:xfrm>
                <a:off x="5399714" y="1895803"/>
                <a:ext cx="696286" cy="28489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100000">
                    <a:schemeClr val="accent1">
                      <a:lumMod val="0"/>
                      <a:lumOff val="100000"/>
                      <a:alpha val="36000"/>
                    </a:schemeClr>
                  </a:gs>
                  <a:gs pos="0">
                    <a:srgbClr val="003F88"/>
                  </a:gs>
                </a:gsLst>
                <a:lin ang="1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1A35EAB-6943-44FB-A5FC-7B4D42668861}"/>
                  </a:ext>
                </a:extLst>
              </p:cNvPr>
              <p:cNvSpPr txBox="1"/>
              <p:nvPr/>
            </p:nvSpPr>
            <p:spPr>
              <a:xfrm>
                <a:off x="5473607" y="1249447"/>
                <a:ext cx="69628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6000" b="1" i="1" dirty="0">
                    <a:latin typeface="Arial" panose="020B0604020202020204" pitchFamily="34" charset="0"/>
                    <a:ea typeface="黑体" panose="02010609060101010101" pitchFamily="49" charset="-122"/>
                    <a:cs typeface="Arial" panose="020B0604020202020204" pitchFamily="34" charset="0"/>
                  </a:rPr>
                  <a:t>1</a:t>
                </a:r>
                <a:endParaRPr lang="zh-CN" altLang="en-US" sz="6000" b="1" i="1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CA9A5866-A481-47F2-8AB6-DDEB8E5A0B9B}"/>
                </a:ext>
              </a:extLst>
            </p:cNvPr>
            <p:cNvSpPr txBox="1"/>
            <p:nvPr/>
          </p:nvSpPr>
          <p:spPr>
            <a:xfrm>
              <a:off x="6388425" y="1380521"/>
              <a:ext cx="469783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4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背景与意义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89FC5AE-26FD-4D80-AB52-347B7F078CFF}"/>
              </a:ext>
            </a:extLst>
          </p:cNvPr>
          <p:cNvGrpSpPr/>
          <p:nvPr/>
        </p:nvGrpSpPr>
        <p:grpSpPr>
          <a:xfrm>
            <a:off x="6229562" y="2230915"/>
            <a:ext cx="5686546" cy="1015663"/>
            <a:chOff x="5399714" y="1249447"/>
            <a:chExt cx="5686546" cy="1015663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FDEA4327-D222-4C79-9BA6-54793081DC02}"/>
                </a:ext>
              </a:extLst>
            </p:cNvPr>
            <p:cNvGrpSpPr/>
            <p:nvPr/>
          </p:nvGrpSpPr>
          <p:grpSpPr>
            <a:xfrm>
              <a:off x="5399714" y="1249447"/>
              <a:ext cx="770179" cy="1015663"/>
              <a:chOff x="5399714" y="1249447"/>
              <a:chExt cx="770179" cy="1015663"/>
            </a:xfrm>
          </p:grpSpPr>
          <p:sp>
            <p:nvSpPr>
              <p:cNvPr id="23" name="矩形: 对角圆角 22">
                <a:extLst>
                  <a:ext uri="{FF2B5EF4-FFF2-40B4-BE49-F238E27FC236}">
                    <a16:creationId xmlns:a16="http://schemas.microsoft.com/office/drawing/2014/main" id="{E59D8393-61F8-41C1-9D9B-C98F5A34D2AB}"/>
                  </a:ext>
                </a:extLst>
              </p:cNvPr>
              <p:cNvSpPr/>
              <p:nvPr/>
            </p:nvSpPr>
            <p:spPr>
              <a:xfrm>
                <a:off x="5399714" y="1895803"/>
                <a:ext cx="696286" cy="28489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100000">
                    <a:schemeClr val="accent1">
                      <a:lumMod val="0"/>
                      <a:lumOff val="100000"/>
                      <a:alpha val="36000"/>
                    </a:schemeClr>
                  </a:gs>
                  <a:gs pos="0">
                    <a:srgbClr val="003F88"/>
                  </a:gs>
                </a:gsLst>
                <a:lin ang="1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41BBE7D-FBC5-4D9E-BEA8-0FBE9AC32B8B}"/>
                  </a:ext>
                </a:extLst>
              </p:cNvPr>
              <p:cNvSpPr txBox="1"/>
              <p:nvPr/>
            </p:nvSpPr>
            <p:spPr>
              <a:xfrm>
                <a:off x="5473607" y="1249447"/>
                <a:ext cx="69628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6000" b="1" i="1" dirty="0">
                    <a:latin typeface="Arial" panose="020B0604020202020204" pitchFamily="34" charset="0"/>
                    <a:ea typeface="黑体" panose="02010609060101010101" pitchFamily="49" charset="-122"/>
                    <a:cs typeface="Arial" panose="020B0604020202020204" pitchFamily="34" charset="0"/>
                  </a:rPr>
                  <a:t>2</a:t>
                </a:r>
                <a:endParaRPr lang="zh-CN" altLang="en-US" sz="6000" b="1" i="1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DEA160DE-6C38-430E-94C1-C35332B38DDD}"/>
                </a:ext>
              </a:extLst>
            </p:cNvPr>
            <p:cNvSpPr txBox="1"/>
            <p:nvPr/>
          </p:nvSpPr>
          <p:spPr>
            <a:xfrm>
              <a:off x="6388425" y="1380521"/>
              <a:ext cx="469783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4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材料与方法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F6820F10-10C1-4BAE-B330-244CDF1F2341}"/>
              </a:ext>
            </a:extLst>
          </p:cNvPr>
          <p:cNvGrpSpPr/>
          <p:nvPr/>
        </p:nvGrpSpPr>
        <p:grpSpPr>
          <a:xfrm>
            <a:off x="6229562" y="3604681"/>
            <a:ext cx="5686546" cy="1015663"/>
            <a:chOff x="5399714" y="1249447"/>
            <a:chExt cx="5686546" cy="1015663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87B1D9C8-B54E-452F-8D1C-0706C130BDE0}"/>
                </a:ext>
              </a:extLst>
            </p:cNvPr>
            <p:cNvGrpSpPr/>
            <p:nvPr/>
          </p:nvGrpSpPr>
          <p:grpSpPr>
            <a:xfrm>
              <a:off x="5399714" y="1249447"/>
              <a:ext cx="770179" cy="1015663"/>
              <a:chOff x="5399714" y="1249447"/>
              <a:chExt cx="770179" cy="1015663"/>
            </a:xfrm>
          </p:grpSpPr>
          <p:sp>
            <p:nvSpPr>
              <p:cNvPr id="28" name="矩形: 对角圆角 27">
                <a:extLst>
                  <a:ext uri="{FF2B5EF4-FFF2-40B4-BE49-F238E27FC236}">
                    <a16:creationId xmlns:a16="http://schemas.microsoft.com/office/drawing/2014/main" id="{CF7DF7B9-926A-4A96-ABA8-18586BC25357}"/>
                  </a:ext>
                </a:extLst>
              </p:cNvPr>
              <p:cNvSpPr/>
              <p:nvPr/>
            </p:nvSpPr>
            <p:spPr>
              <a:xfrm>
                <a:off x="5399714" y="1895803"/>
                <a:ext cx="696286" cy="28489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100000">
                    <a:schemeClr val="accent1">
                      <a:lumMod val="0"/>
                      <a:lumOff val="100000"/>
                      <a:alpha val="36000"/>
                    </a:schemeClr>
                  </a:gs>
                  <a:gs pos="0">
                    <a:srgbClr val="003F88"/>
                  </a:gs>
                </a:gsLst>
                <a:lin ang="1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59C6842B-0966-4563-8FCE-0737F4003A26}"/>
                  </a:ext>
                </a:extLst>
              </p:cNvPr>
              <p:cNvSpPr txBox="1"/>
              <p:nvPr/>
            </p:nvSpPr>
            <p:spPr>
              <a:xfrm>
                <a:off x="5473607" y="1249447"/>
                <a:ext cx="69628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6000" b="1" i="1" dirty="0">
                    <a:latin typeface="Arial" panose="020B0604020202020204" pitchFamily="34" charset="0"/>
                    <a:ea typeface="黑体" panose="02010609060101010101" pitchFamily="49" charset="-122"/>
                    <a:cs typeface="Arial" panose="020B0604020202020204" pitchFamily="34" charset="0"/>
                  </a:rPr>
                  <a:t>3</a:t>
                </a:r>
                <a:endParaRPr lang="zh-CN" altLang="en-US" sz="6000" b="1" i="1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02FEA7C-342C-42F4-B425-4E97FBEA4E46}"/>
                </a:ext>
              </a:extLst>
            </p:cNvPr>
            <p:cNvSpPr txBox="1"/>
            <p:nvPr/>
          </p:nvSpPr>
          <p:spPr>
            <a:xfrm>
              <a:off x="6388425" y="1380521"/>
              <a:ext cx="469783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4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结果分析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86C9F815-A4B7-4C5A-A983-71D0AE1978AE}"/>
              </a:ext>
            </a:extLst>
          </p:cNvPr>
          <p:cNvGrpSpPr/>
          <p:nvPr/>
        </p:nvGrpSpPr>
        <p:grpSpPr>
          <a:xfrm>
            <a:off x="6229562" y="4978447"/>
            <a:ext cx="5686546" cy="1015663"/>
            <a:chOff x="5399714" y="1249447"/>
            <a:chExt cx="5686546" cy="1015663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574C2218-73B6-44AC-890F-CA9EFC4221E8}"/>
                </a:ext>
              </a:extLst>
            </p:cNvPr>
            <p:cNvGrpSpPr/>
            <p:nvPr/>
          </p:nvGrpSpPr>
          <p:grpSpPr>
            <a:xfrm>
              <a:off x="5399714" y="1249447"/>
              <a:ext cx="770179" cy="1015663"/>
              <a:chOff x="5399714" y="1249447"/>
              <a:chExt cx="770179" cy="1015663"/>
            </a:xfrm>
          </p:grpSpPr>
          <p:sp>
            <p:nvSpPr>
              <p:cNvPr id="33" name="矩形: 对角圆角 32">
                <a:extLst>
                  <a:ext uri="{FF2B5EF4-FFF2-40B4-BE49-F238E27FC236}">
                    <a16:creationId xmlns:a16="http://schemas.microsoft.com/office/drawing/2014/main" id="{06861C94-80CC-4879-B8C2-B64A7EC9A627}"/>
                  </a:ext>
                </a:extLst>
              </p:cNvPr>
              <p:cNvSpPr/>
              <p:nvPr/>
            </p:nvSpPr>
            <p:spPr>
              <a:xfrm>
                <a:off x="5399714" y="1895803"/>
                <a:ext cx="696286" cy="28489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100000">
                    <a:schemeClr val="accent1">
                      <a:lumMod val="0"/>
                      <a:lumOff val="100000"/>
                      <a:alpha val="36000"/>
                    </a:schemeClr>
                  </a:gs>
                  <a:gs pos="0">
                    <a:srgbClr val="003F88"/>
                  </a:gs>
                </a:gsLst>
                <a:lin ang="1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477E89B8-968B-480F-BF09-959EB2CC6AA1}"/>
                  </a:ext>
                </a:extLst>
              </p:cNvPr>
              <p:cNvSpPr txBox="1"/>
              <p:nvPr/>
            </p:nvSpPr>
            <p:spPr>
              <a:xfrm>
                <a:off x="5473607" y="1249447"/>
                <a:ext cx="69628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6000" b="1" i="1" dirty="0">
                    <a:latin typeface="Arial" panose="020B0604020202020204" pitchFamily="34" charset="0"/>
                    <a:ea typeface="黑体" panose="02010609060101010101" pitchFamily="49" charset="-122"/>
                    <a:cs typeface="Arial" panose="020B0604020202020204" pitchFamily="34" charset="0"/>
                  </a:rPr>
                  <a:t>4</a:t>
                </a:r>
                <a:endParaRPr lang="zh-CN" altLang="en-US" sz="6000" b="1" i="1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45513DB3-42D5-4F16-A9DB-9C1E778C32B9}"/>
                </a:ext>
              </a:extLst>
            </p:cNvPr>
            <p:cNvSpPr txBox="1"/>
            <p:nvPr/>
          </p:nvSpPr>
          <p:spPr>
            <a:xfrm>
              <a:off x="6388425" y="1380521"/>
              <a:ext cx="469783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4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讨论总结</a:t>
              </a: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39E37FE1-C168-47BB-999E-E42245EE5D1C}"/>
              </a:ext>
            </a:extLst>
          </p:cNvPr>
          <p:cNvSpPr/>
          <p:nvPr/>
        </p:nvSpPr>
        <p:spPr>
          <a:xfrm>
            <a:off x="-160343" y="1201274"/>
            <a:ext cx="4408441" cy="5899957"/>
          </a:xfrm>
          <a:prstGeom prst="rect">
            <a:avLst/>
          </a:prstGeom>
          <a:blipFill dpi="0" rotWithShape="1">
            <a:blip r:embed="rId3">
              <a:alphaModFix amt="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369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1BD79-723B-EA8D-7A16-B086EB4AF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1902AF3-C41A-C2E8-D95A-289D48D6CA5C}"/>
              </a:ext>
            </a:extLst>
          </p:cNvPr>
          <p:cNvSpPr txBox="1"/>
          <p:nvPr/>
        </p:nvSpPr>
        <p:spPr>
          <a:xfrm>
            <a:off x="812801" y="858535"/>
            <a:ext cx="2140856" cy="12003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7200" b="1" dirty="0">
                <a:solidFill>
                  <a:srgbClr val="003F88"/>
                </a:solidFill>
                <a:latin typeface="汉仪瑞意宋X 75简" panose="00020600040101010101" pitchFamily="18" charset="-122"/>
                <a:ea typeface="汉仪瑞意宋X 75简" panose="00020600040101010101" pitchFamily="18" charset="-122"/>
              </a:rPr>
              <a:t>目录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44CF0B6-264F-CFA5-A913-28875ACA0DD0}"/>
              </a:ext>
            </a:extLst>
          </p:cNvPr>
          <p:cNvCxnSpPr>
            <a:cxnSpLocks/>
          </p:cNvCxnSpPr>
          <p:nvPr/>
        </p:nvCxnSpPr>
        <p:spPr>
          <a:xfrm flipH="1">
            <a:off x="6095999" y="2815771"/>
            <a:ext cx="1" cy="1814286"/>
          </a:xfrm>
          <a:prstGeom prst="line">
            <a:avLst/>
          </a:prstGeom>
          <a:ln w="12700" cap="rnd">
            <a:solidFill>
              <a:srgbClr val="003F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B493E52A-072E-8CB8-7D69-B82183668124}"/>
              </a:ext>
            </a:extLst>
          </p:cNvPr>
          <p:cNvCxnSpPr>
            <a:cxnSpLocks/>
          </p:cNvCxnSpPr>
          <p:nvPr/>
        </p:nvCxnSpPr>
        <p:spPr>
          <a:xfrm>
            <a:off x="2217057" y="3759201"/>
            <a:ext cx="7757885" cy="0"/>
          </a:xfrm>
          <a:prstGeom prst="line">
            <a:avLst/>
          </a:prstGeom>
          <a:ln w="12700" cap="rnd">
            <a:solidFill>
              <a:srgbClr val="003F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DA271321-C787-DC61-286C-39E0EB94C43E}"/>
              </a:ext>
            </a:extLst>
          </p:cNvPr>
          <p:cNvSpPr txBox="1"/>
          <p:nvPr/>
        </p:nvSpPr>
        <p:spPr>
          <a:xfrm>
            <a:off x="2217057" y="2651591"/>
            <a:ext cx="1445986" cy="1015663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23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003F88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  <a:cs typeface="Arial" panose="020B0604020202020204" pitchFamily="34" charset="0"/>
              </a:rPr>
              <a:t>01</a:t>
            </a:r>
            <a:endParaRPr lang="zh-CN" altLang="en-US" sz="6000" b="1" dirty="0">
              <a:solidFill>
                <a:srgbClr val="003F88"/>
              </a:solidFill>
              <a:latin typeface="汉仪润圆-45简" panose="00020600040101010101" pitchFamily="18" charset="-122"/>
              <a:ea typeface="汉仪润圆-45简" panose="00020600040101010101" pitchFamily="18" charset="-122"/>
              <a:cs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A3DE354-3825-962D-3963-D4203D8901E9}"/>
              </a:ext>
            </a:extLst>
          </p:cNvPr>
          <p:cNvSpPr txBox="1"/>
          <p:nvPr/>
        </p:nvSpPr>
        <p:spPr>
          <a:xfrm>
            <a:off x="6184951" y="2664237"/>
            <a:ext cx="1424621" cy="1015663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23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003F88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  <a:cs typeface="Arial" panose="020B0604020202020204" pitchFamily="34" charset="0"/>
              </a:rPr>
              <a:t>02</a:t>
            </a:r>
            <a:endParaRPr lang="zh-CN" altLang="en-US" sz="6000" b="1" dirty="0">
              <a:solidFill>
                <a:srgbClr val="003F88"/>
              </a:solidFill>
              <a:latin typeface="汉仪润圆-45简" panose="00020600040101010101" pitchFamily="18" charset="-122"/>
              <a:ea typeface="汉仪润圆-45简" panose="00020600040101010101" pitchFamily="18" charset="-122"/>
              <a:cs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5D09B8B-591F-AFA5-34A0-2165D4A98237}"/>
              </a:ext>
            </a:extLst>
          </p:cNvPr>
          <p:cNvSpPr txBox="1"/>
          <p:nvPr/>
        </p:nvSpPr>
        <p:spPr>
          <a:xfrm>
            <a:off x="2217057" y="3798945"/>
            <a:ext cx="1283720" cy="1015663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23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003F88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03</a:t>
            </a:r>
            <a:endParaRPr lang="zh-CN" altLang="en-US" sz="6000" b="1" dirty="0">
              <a:solidFill>
                <a:srgbClr val="003F88"/>
              </a:solidFill>
              <a:latin typeface="汉仪润圆-45简" panose="00020600040101010101" pitchFamily="18" charset="-122"/>
              <a:ea typeface="汉仪润圆-45简" panose="00020600040101010101" pitchFamily="18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22E7F75-675B-C5E5-F7E9-B49210202CBB}"/>
              </a:ext>
            </a:extLst>
          </p:cNvPr>
          <p:cNvSpPr txBox="1"/>
          <p:nvPr/>
        </p:nvSpPr>
        <p:spPr>
          <a:xfrm>
            <a:off x="6184951" y="3798945"/>
            <a:ext cx="1370524" cy="1015663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23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003F88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04</a:t>
            </a:r>
            <a:endParaRPr lang="zh-CN" altLang="en-US" sz="6000" b="1" dirty="0">
              <a:solidFill>
                <a:srgbClr val="003F88"/>
              </a:solidFill>
              <a:latin typeface="汉仪润圆-45简" panose="00020600040101010101" pitchFamily="18" charset="-122"/>
              <a:ea typeface="汉仪润圆-45简" panose="00020600040101010101" pitchFamily="18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3DC974B-B84B-D26E-624E-834DA8A11EFB}"/>
              </a:ext>
            </a:extLst>
          </p:cNvPr>
          <p:cNvSpPr txBox="1"/>
          <p:nvPr/>
        </p:nvSpPr>
        <p:spPr>
          <a:xfrm>
            <a:off x="3165180" y="2907356"/>
            <a:ext cx="2913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spc="300" dirty="0">
                <a:solidFill>
                  <a:srgbClr val="003F88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添加标题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E104423-3D1E-FA48-F8B9-C602CF044E3C}"/>
              </a:ext>
            </a:extLst>
          </p:cNvPr>
          <p:cNvSpPr txBox="1"/>
          <p:nvPr/>
        </p:nvSpPr>
        <p:spPr>
          <a:xfrm>
            <a:off x="7174724" y="4052147"/>
            <a:ext cx="2437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spc="300" dirty="0">
                <a:solidFill>
                  <a:srgbClr val="003F88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添加标题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EDA21BB-AFEF-002F-79F1-054DF8B74ED2}"/>
              </a:ext>
            </a:extLst>
          </p:cNvPr>
          <p:cNvSpPr txBox="1"/>
          <p:nvPr/>
        </p:nvSpPr>
        <p:spPr>
          <a:xfrm>
            <a:off x="3165180" y="4052147"/>
            <a:ext cx="2913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spc="300" dirty="0">
                <a:solidFill>
                  <a:srgbClr val="003F88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添加标题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191BDB6-A516-D4D4-2A71-D6C2506B43BF}"/>
              </a:ext>
            </a:extLst>
          </p:cNvPr>
          <p:cNvSpPr txBox="1"/>
          <p:nvPr/>
        </p:nvSpPr>
        <p:spPr>
          <a:xfrm>
            <a:off x="7174724" y="2907356"/>
            <a:ext cx="2913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spc="300" dirty="0">
                <a:solidFill>
                  <a:srgbClr val="003F88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添加标题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47B8400-0850-791E-B8D0-FDC3B59F067A}"/>
              </a:ext>
            </a:extLst>
          </p:cNvPr>
          <p:cNvSpPr txBox="1"/>
          <p:nvPr/>
        </p:nvSpPr>
        <p:spPr>
          <a:xfrm>
            <a:off x="1004820" y="1987340"/>
            <a:ext cx="26028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3F88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  <a:cs typeface="Times New Roman" panose="02020603050405020304" pitchFamily="18" charset="0"/>
              </a:rPr>
              <a:t>CONTENTS</a:t>
            </a:r>
            <a:endParaRPr lang="zh-CN" altLang="en-US" sz="2000" b="1" dirty="0">
              <a:solidFill>
                <a:srgbClr val="003F88"/>
              </a:solidFill>
              <a:latin typeface="汉仪润圆-45简" panose="00020600040101010101" pitchFamily="18" charset="-122"/>
              <a:ea typeface="汉仪润圆-45简" panose="00020600040101010101" pitchFamily="18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4B7ADB3-7178-4496-7F53-366D04662DA3}"/>
              </a:ext>
            </a:extLst>
          </p:cNvPr>
          <p:cNvGrpSpPr/>
          <p:nvPr/>
        </p:nvGrpSpPr>
        <p:grpSpPr>
          <a:xfrm>
            <a:off x="-55241" y="5108694"/>
            <a:ext cx="12478977" cy="1955678"/>
            <a:chOff x="0" y="5107371"/>
            <a:chExt cx="12452726" cy="1958184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3BD82515-BB40-83FC-23D9-02091AE3C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DA8276"/>
                </a:clrFrom>
                <a:clrTo>
                  <a:srgbClr val="DA8276">
                    <a:alpha val="0"/>
                  </a:srgbClr>
                </a:clrTo>
              </a:clrChange>
              <a:duotone>
                <a:prstClr val="black"/>
                <a:srgbClr val="003E8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81492" y="5294438"/>
              <a:ext cx="2771234" cy="1582057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9F34FA12-DEA0-976D-DFE1-92114CC86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7E5C1"/>
                </a:clrFrom>
                <a:clrTo>
                  <a:srgbClr val="F7E5C1">
                    <a:alpha val="0"/>
                  </a:srgbClr>
                </a:clrTo>
              </a:clrChange>
              <a:duotone>
                <a:prstClr val="black"/>
                <a:srgbClr val="003E8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107371"/>
              <a:ext cx="3570418" cy="1774075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D5AABDD7-A16B-C292-593C-7D7114BFF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E6E8E9"/>
                </a:clrFrom>
                <a:clrTo>
                  <a:srgbClr val="E6E8E9">
                    <a:alpha val="0"/>
                  </a:srgbClr>
                </a:clrTo>
              </a:clrChange>
              <a:duotone>
                <a:prstClr val="black"/>
                <a:srgbClr val="003E8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4374" y="6014537"/>
              <a:ext cx="2801522" cy="866909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08E772B3-F0BF-AF01-79BE-B6259E05C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C9DD76"/>
                </a:clrFrom>
                <a:clrTo>
                  <a:srgbClr val="C9DD76">
                    <a:alpha val="0"/>
                  </a:srgbClr>
                </a:clrTo>
              </a:clrChange>
              <a:duotone>
                <a:prstClr val="black"/>
                <a:srgbClr val="003E8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9219" y="5487733"/>
              <a:ext cx="851371" cy="1393805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A91ADBEC-7ACA-3AB7-2B67-446921497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E2DFEE"/>
                </a:clrFrom>
                <a:clrTo>
                  <a:srgbClr val="E2DFEE">
                    <a:alpha val="0"/>
                  </a:srgbClr>
                </a:clrTo>
              </a:clrChange>
              <a:duotone>
                <a:prstClr val="black"/>
                <a:srgbClr val="003E8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5545" y="5857803"/>
              <a:ext cx="3301589" cy="1023643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607C7089-B406-BF94-9D56-3EF20C228A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CA9191"/>
                </a:clrFrom>
                <a:clrTo>
                  <a:srgbClr val="CA9191">
                    <a:alpha val="0"/>
                  </a:srgbClr>
                </a:clrTo>
              </a:clrChange>
              <a:duotone>
                <a:prstClr val="black"/>
                <a:srgbClr val="003E8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85810" y="5563058"/>
              <a:ext cx="2313046" cy="1408570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B22A43F2-7C13-607D-0D27-A0D5B8C8F38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D0E7D6"/>
                </a:clrFrom>
                <a:clrTo>
                  <a:srgbClr val="D0E7D6">
                    <a:alpha val="0"/>
                  </a:srgbClr>
                </a:clrTo>
              </a:clrChange>
              <a:duotone>
                <a:prstClr val="black"/>
                <a:srgbClr val="003E8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55006" y="5382047"/>
              <a:ext cx="1524257" cy="1683508"/>
            </a:xfrm>
            <a:prstGeom prst="rect">
              <a:avLst/>
            </a:prstGeom>
          </p:spPr>
        </p:pic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5F31E33E-749C-1F45-2915-FCDF9D757B3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1815" y="270712"/>
            <a:ext cx="1893576" cy="52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395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椭圆 67">
            <a:extLst>
              <a:ext uri="{FF2B5EF4-FFF2-40B4-BE49-F238E27FC236}">
                <a16:creationId xmlns:a16="http://schemas.microsoft.com/office/drawing/2014/main" id="{46877AA8-411D-4AA0-B3B0-FEE39681F05D}"/>
              </a:ext>
            </a:extLst>
          </p:cNvPr>
          <p:cNvSpPr/>
          <p:nvPr/>
        </p:nvSpPr>
        <p:spPr>
          <a:xfrm>
            <a:off x="-2227898" y="1141776"/>
            <a:ext cx="4468833" cy="4468833"/>
          </a:xfrm>
          <a:prstGeom prst="ellipse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46877AA8-411D-4AA0-B3B0-FEE39681F05D}"/>
              </a:ext>
            </a:extLst>
          </p:cNvPr>
          <p:cNvSpPr/>
          <p:nvPr/>
        </p:nvSpPr>
        <p:spPr>
          <a:xfrm>
            <a:off x="-3348128" y="7050"/>
            <a:ext cx="6801183" cy="6801183"/>
          </a:xfrm>
          <a:prstGeom prst="ellipse">
            <a:avLst/>
          </a:prstGeom>
          <a:noFill/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9B6571D-3351-4E1F-B282-13814EA3955E}"/>
              </a:ext>
            </a:extLst>
          </p:cNvPr>
          <p:cNvSpPr/>
          <p:nvPr/>
        </p:nvSpPr>
        <p:spPr>
          <a:xfrm>
            <a:off x="5331698" y="1280792"/>
            <a:ext cx="5677787" cy="1488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D9AB66E6-CAFA-4ABE-85B4-0981F1B8F6A4}"/>
              </a:ext>
            </a:extLst>
          </p:cNvPr>
          <p:cNvGrpSpPr/>
          <p:nvPr/>
        </p:nvGrpSpPr>
        <p:grpSpPr>
          <a:xfrm>
            <a:off x="6387262" y="3850924"/>
            <a:ext cx="1133108" cy="707886"/>
            <a:chOff x="1830837" y="1547012"/>
            <a:chExt cx="870164" cy="595764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DD45444E-D34B-4098-8ACD-8A4301513AE7}"/>
                </a:ext>
              </a:extLst>
            </p:cNvPr>
            <p:cNvSpPr/>
            <p:nvPr/>
          </p:nvSpPr>
          <p:spPr>
            <a:xfrm>
              <a:off x="1830837" y="1629645"/>
              <a:ext cx="870164" cy="470413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200" normalizeH="0" noProof="0">
                <a:ln>
                  <a:noFill/>
                </a:ln>
                <a:solidFill>
                  <a:srgbClr val="003F88"/>
                </a:solidFill>
                <a:effectLst/>
                <a:uLnTx/>
                <a:uFillTx/>
                <a:latin typeface="Georgia" panose="02040502050405020303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76924AE3-E386-410B-8364-CACF3BEAF00D}"/>
                </a:ext>
              </a:extLst>
            </p:cNvPr>
            <p:cNvSpPr txBox="1"/>
            <p:nvPr/>
          </p:nvSpPr>
          <p:spPr>
            <a:xfrm>
              <a:off x="1902942" y="1547012"/>
              <a:ext cx="725953" cy="5957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200" normalizeH="0" noProof="0" dirty="0">
                  <a:ln>
                    <a:noFill/>
                  </a:ln>
                  <a:solidFill>
                    <a:srgbClr val="003F88"/>
                  </a:solidFill>
                  <a:effectLst/>
                  <a:uLnTx/>
                  <a:uFillTx/>
                  <a:latin typeface="Georgia" panose="02040502050405020303" pitchFamily="18" charset="0"/>
                  <a:ea typeface="楷体" panose="02010609060101010101" pitchFamily="49" charset="-122"/>
                </a:rPr>
                <a:t>02</a:t>
              </a:r>
              <a:endParaRPr kumimoji="0" lang="zh-CN" altLang="en-US" sz="4000" b="1" i="0" u="none" strike="noStrike" kern="1200" cap="none" spc="200" normalizeH="0" noProof="0" dirty="0">
                <a:ln>
                  <a:noFill/>
                </a:ln>
                <a:solidFill>
                  <a:srgbClr val="003F88"/>
                </a:solidFill>
                <a:effectLst/>
                <a:uLnTx/>
                <a:uFillTx/>
                <a:latin typeface="Georgia" panose="02040502050405020303" pitchFamily="18" charset="0"/>
                <a:ea typeface="楷体" panose="02010609060101010101" pitchFamily="49" charset="-122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4AA36B55-A19F-4052-B368-E9FEF53C9156}"/>
              </a:ext>
            </a:extLst>
          </p:cNvPr>
          <p:cNvSpPr txBox="1"/>
          <p:nvPr/>
        </p:nvSpPr>
        <p:spPr>
          <a:xfrm>
            <a:off x="7573809" y="3856770"/>
            <a:ext cx="50080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spc="2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ea typeface="楷体" panose="02010609060101010101" pitchFamily="49" charset="-122"/>
              </a:rPr>
              <a:t>研究路线</a:t>
            </a:r>
            <a:endParaRPr kumimoji="0" lang="zh-CN" altLang="en-US" sz="4000" b="0" i="0" u="none" strike="noStrike" kern="1200" cap="none" spc="200" normalizeH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eorgia" panose="02040502050405020303" pitchFamily="18" charset="0"/>
              <a:ea typeface="楷体" panose="02010609060101010101" pitchFamily="49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877AB13-19B7-4045-8A11-871D21DDD0BD}"/>
              </a:ext>
            </a:extLst>
          </p:cNvPr>
          <p:cNvSpPr txBox="1"/>
          <p:nvPr/>
        </p:nvSpPr>
        <p:spPr>
          <a:xfrm>
            <a:off x="6022343" y="630005"/>
            <a:ext cx="42964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1000" normalizeH="0" noProof="0" dirty="0">
                <a:ln>
                  <a:noFill/>
                </a:ln>
                <a:solidFill>
                  <a:srgbClr val="003F88"/>
                </a:solidFill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 pitchFamily="34" charset="0"/>
              </a:rPr>
              <a:t>目  录</a:t>
            </a:r>
            <a:endParaRPr kumimoji="0" lang="zh-CN" altLang="en-US" sz="4400" b="1" i="0" u="none" strike="noStrike" kern="1200" cap="none" spc="1000" normalizeH="0" noProof="0" dirty="0">
              <a:ln>
                <a:noFill/>
              </a:ln>
              <a:solidFill>
                <a:srgbClr val="003F88"/>
              </a:solidFill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Calibri" panose="020F0502020204030204" pitchFamily="34" charset="0"/>
            </a:endParaRPr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1FCE890F-2266-4D51-8D6D-D6AC80E0D06A}"/>
              </a:ext>
            </a:extLst>
          </p:cNvPr>
          <p:cNvGrpSpPr/>
          <p:nvPr/>
        </p:nvGrpSpPr>
        <p:grpSpPr>
          <a:xfrm>
            <a:off x="-1723183" y="1645215"/>
            <a:ext cx="3561488" cy="3561488"/>
            <a:chOff x="3113734" y="1203967"/>
            <a:chExt cx="3561488" cy="3561488"/>
          </a:xfrm>
        </p:grpSpPr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40ABE50A-EBAB-4BC6-9E9B-289AA5EDF3D8}"/>
                </a:ext>
              </a:extLst>
            </p:cNvPr>
            <p:cNvSpPr/>
            <p:nvPr/>
          </p:nvSpPr>
          <p:spPr>
            <a:xfrm rot="7677188">
              <a:off x="3113734" y="1203967"/>
              <a:ext cx="3561488" cy="3561488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51000">
                  <a:srgbClr val="CFDBDF">
                    <a:alpha val="59000"/>
                  </a:srgb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511FFD9C-3F39-4B0F-BBC3-8EDD18FED1B1}"/>
                </a:ext>
              </a:extLst>
            </p:cNvPr>
            <p:cNvSpPr/>
            <p:nvPr/>
          </p:nvSpPr>
          <p:spPr>
            <a:xfrm rot="7915019">
              <a:off x="3359185" y="1449419"/>
              <a:ext cx="3070585" cy="3070585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51000">
                  <a:srgbClr val="CFDBDF">
                    <a:alpha val="59000"/>
                  </a:srgb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0F643F14-D4C8-4539-941E-3E789A32B3C7}"/>
                </a:ext>
              </a:extLst>
            </p:cNvPr>
            <p:cNvSpPr/>
            <p:nvPr/>
          </p:nvSpPr>
          <p:spPr>
            <a:xfrm rot="7915019">
              <a:off x="3742443" y="1796326"/>
              <a:ext cx="2376770" cy="2376770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51000">
                  <a:srgbClr val="CFDBDF">
                    <a:alpha val="59000"/>
                  </a:srgb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929F3B36-F819-49C4-9644-A9A488A4054E}"/>
                </a:ext>
              </a:extLst>
            </p:cNvPr>
            <p:cNvSpPr/>
            <p:nvPr/>
          </p:nvSpPr>
          <p:spPr>
            <a:xfrm rot="7915019">
              <a:off x="4058337" y="2090247"/>
              <a:ext cx="1788928" cy="1788928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51000">
                  <a:srgbClr val="CFDBDF">
                    <a:alpha val="59000"/>
                  </a:srgb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C1BD2FB1-AE1C-4EFD-8FF8-19F9EC69D0A9}"/>
                </a:ext>
              </a:extLst>
            </p:cNvPr>
            <p:cNvSpPr/>
            <p:nvPr/>
          </p:nvSpPr>
          <p:spPr>
            <a:xfrm rot="7915019">
              <a:off x="4331361" y="2363271"/>
              <a:ext cx="1242880" cy="1242880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51000">
                  <a:srgbClr val="CFDBDF">
                    <a:alpha val="59000"/>
                  </a:srgb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37829B0B-5A9B-4B9C-B0E1-1CCA02543961}"/>
              </a:ext>
            </a:extLst>
          </p:cNvPr>
          <p:cNvGrpSpPr/>
          <p:nvPr/>
        </p:nvGrpSpPr>
        <p:grpSpPr>
          <a:xfrm>
            <a:off x="-3825568" y="-597906"/>
            <a:ext cx="7818647" cy="7806186"/>
            <a:chOff x="-3825568" y="-597906"/>
            <a:chExt cx="7818647" cy="7806186"/>
          </a:xfrm>
        </p:grpSpPr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46877AA8-411D-4AA0-B3B0-FEE39681F05D}"/>
                </a:ext>
              </a:extLst>
            </p:cNvPr>
            <p:cNvSpPr/>
            <p:nvPr/>
          </p:nvSpPr>
          <p:spPr>
            <a:xfrm>
              <a:off x="-3825568" y="-597906"/>
              <a:ext cx="7806186" cy="7806186"/>
            </a:xfrm>
            <a:prstGeom prst="ellipse">
              <a:avLst/>
            </a:prstGeom>
            <a:noFill/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499F5F29-E237-4E5E-B5D6-BBD32A0F4ECE}"/>
                </a:ext>
              </a:extLst>
            </p:cNvPr>
            <p:cNvSpPr/>
            <p:nvPr/>
          </p:nvSpPr>
          <p:spPr>
            <a:xfrm>
              <a:off x="3801322" y="4096625"/>
              <a:ext cx="191757" cy="19175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053DA0DD-4047-4DC2-A40F-91B394A6AD55}"/>
              </a:ext>
            </a:extLst>
          </p:cNvPr>
          <p:cNvGrpSpPr/>
          <p:nvPr/>
        </p:nvGrpSpPr>
        <p:grpSpPr>
          <a:xfrm>
            <a:off x="-4570914" y="-1201240"/>
            <a:ext cx="9154865" cy="9154865"/>
            <a:chOff x="-4570914" y="-1201240"/>
            <a:chExt cx="9154865" cy="9154865"/>
          </a:xfrm>
        </p:grpSpPr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1C58B547-CEC9-450F-989C-D21D5ED3DA8D}"/>
                </a:ext>
              </a:extLst>
            </p:cNvPr>
            <p:cNvSpPr/>
            <p:nvPr/>
          </p:nvSpPr>
          <p:spPr>
            <a:xfrm>
              <a:off x="-4570914" y="-1201240"/>
              <a:ext cx="9154865" cy="9154865"/>
            </a:xfrm>
            <a:prstGeom prst="ellipse">
              <a:avLst/>
            </a:prstGeom>
            <a:noFill/>
            <a:ln w="1905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E96C7865-2DFB-48F1-A5FD-F3477B7759D7}"/>
                </a:ext>
              </a:extLst>
            </p:cNvPr>
            <p:cNvSpPr/>
            <p:nvPr/>
          </p:nvSpPr>
          <p:spPr>
            <a:xfrm flipV="1">
              <a:off x="3777407" y="826257"/>
              <a:ext cx="141217" cy="141217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142B77D9-3702-45EE-BB9A-40548AFDC8B2}"/>
                </a:ext>
              </a:extLst>
            </p:cNvPr>
            <p:cNvSpPr/>
            <p:nvPr/>
          </p:nvSpPr>
          <p:spPr>
            <a:xfrm>
              <a:off x="3260059" y="6339683"/>
              <a:ext cx="258983" cy="258983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C0CB23D-E4B8-4E42-B322-22AB33DACB62}"/>
              </a:ext>
            </a:extLst>
          </p:cNvPr>
          <p:cNvGrpSpPr/>
          <p:nvPr/>
        </p:nvGrpSpPr>
        <p:grpSpPr>
          <a:xfrm>
            <a:off x="-2536657" y="833017"/>
            <a:ext cx="5146988" cy="5086350"/>
            <a:chOff x="-2536657" y="833017"/>
            <a:chExt cx="5146988" cy="508635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7B7EE328-AF60-4DEF-9DE1-23B70D754F2C}"/>
                </a:ext>
              </a:extLst>
            </p:cNvPr>
            <p:cNvSpPr/>
            <p:nvPr/>
          </p:nvSpPr>
          <p:spPr>
            <a:xfrm>
              <a:off x="-2536657" y="833017"/>
              <a:ext cx="5086350" cy="5086350"/>
            </a:xfrm>
            <a:prstGeom prst="ellipse">
              <a:avLst/>
            </a:prstGeom>
            <a:noFill/>
            <a:ln w="1905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499F5F29-E237-4E5E-B5D6-BBD32A0F4ECE}"/>
                </a:ext>
              </a:extLst>
            </p:cNvPr>
            <p:cNvSpPr/>
            <p:nvPr/>
          </p:nvSpPr>
          <p:spPr>
            <a:xfrm>
              <a:off x="2407661" y="2881021"/>
              <a:ext cx="202670" cy="20267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7B51F40-2ECA-4E72-A26A-6ACB60EE7C2D}"/>
              </a:ext>
            </a:extLst>
          </p:cNvPr>
          <p:cNvGrpSpPr/>
          <p:nvPr/>
        </p:nvGrpSpPr>
        <p:grpSpPr>
          <a:xfrm>
            <a:off x="-2956972" y="412702"/>
            <a:ext cx="5926981" cy="5926981"/>
            <a:chOff x="-2956972" y="412702"/>
            <a:chExt cx="5926981" cy="5926981"/>
          </a:xfrm>
        </p:grpSpPr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499F5F29-E237-4E5E-B5D6-BBD32A0F4ECE}"/>
                </a:ext>
              </a:extLst>
            </p:cNvPr>
            <p:cNvSpPr/>
            <p:nvPr/>
          </p:nvSpPr>
          <p:spPr>
            <a:xfrm>
              <a:off x="1607992" y="5729314"/>
              <a:ext cx="164117" cy="16411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48BF3A13-DCDD-49D5-809B-2EE13734DE6A}"/>
                </a:ext>
              </a:extLst>
            </p:cNvPr>
            <p:cNvGrpSpPr/>
            <p:nvPr/>
          </p:nvGrpSpPr>
          <p:grpSpPr>
            <a:xfrm>
              <a:off x="-2956972" y="412702"/>
              <a:ext cx="5926981" cy="5926981"/>
              <a:chOff x="-2956972" y="412702"/>
              <a:chExt cx="5926981" cy="5926981"/>
            </a:xfrm>
          </p:grpSpPr>
          <p:sp>
            <p:nvSpPr>
              <p:cNvPr id="70" name="椭圆 69">
                <a:extLst>
                  <a:ext uri="{FF2B5EF4-FFF2-40B4-BE49-F238E27FC236}">
                    <a16:creationId xmlns:a16="http://schemas.microsoft.com/office/drawing/2014/main" id="{A2F14075-5B78-4B43-89BE-F84554BAFCB3}"/>
                  </a:ext>
                </a:extLst>
              </p:cNvPr>
              <p:cNvSpPr/>
              <p:nvPr/>
            </p:nvSpPr>
            <p:spPr>
              <a:xfrm>
                <a:off x="-2956972" y="412702"/>
                <a:ext cx="5926981" cy="5926981"/>
              </a:xfrm>
              <a:prstGeom prst="ellipse">
                <a:avLst/>
              </a:prstGeom>
              <a:noFill/>
              <a:ln w="190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椭圆 78">
                <a:extLst>
                  <a:ext uri="{FF2B5EF4-FFF2-40B4-BE49-F238E27FC236}">
                    <a16:creationId xmlns:a16="http://schemas.microsoft.com/office/drawing/2014/main" id="{499F5F29-E237-4E5E-B5D6-BBD32A0F4ECE}"/>
                  </a:ext>
                </a:extLst>
              </p:cNvPr>
              <p:cNvSpPr/>
              <p:nvPr/>
            </p:nvSpPr>
            <p:spPr>
              <a:xfrm>
                <a:off x="839721" y="450570"/>
                <a:ext cx="153740" cy="15374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D778F043-8DBF-4CB5-B28D-F0665D430691}"/>
              </a:ext>
            </a:extLst>
          </p:cNvPr>
          <p:cNvGrpSpPr/>
          <p:nvPr/>
        </p:nvGrpSpPr>
        <p:grpSpPr>
          <a:xfrm>
            <a:off x="6387262" y="2284263"/>
            <a:ext cx="1133108" cy="707886"/>
            <a:chOff x="1830837" y="1547012"/>
            <a:chExt cx="870164" cy="595764"/>
          </a:xfrm>
        </p:grpSpPr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7C61B48A-1267-476B-BBB9-06865A1C8BAB}"/>
                </a:ext>
              </a:extLst>
            </p:cNvPr>
            <p:cNvSpPr/>
            <p:nvPr/>
          </p:nvSpPr>
          <p:spPr>
            <a:xfrm>
              <a:off x="1830837" y="1629645"/>
              <a:ext cx="870164" cy="470413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200" normalizeH="0" noProof="0">
                <a:ln>
                  <a:noFill/>
                </a:ln>
                <a:solidFill>
                  <a:srgbClr val="003F88"/>
                </a:solidFill>
                <a:effectLst/>
                <a:uLnTx/>
                <a:uFillTx/>
                <a:latin typeface="Georgia" panose="02040502050405020303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BDF05379-EAFC-496F-8845-29953A0ED069}"/>
                </a:ext>
              </a:extLst>
            </p:cNvPr>
            <p:cNvSpPr txBox="1"/>
            <p:nvPr/>
          </p:nvSpPr>
          <p:spPr>
            <a:xfrm>
              <a:off x="1902942" y="1547012"/>
              <a:ext cx="725954" cy="5957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200" normalizeH="0" noProof="0" dirty="0">
                  <a:ln>
                    <a:noFill/>
                  </a:ln>
                  <a:solidFill>
                    <a:srgbClr val="003F88"/>
                  </a:solidFill>
                  <a:effectLst/>
                  <a:uLnTx/>
                  <a:uFillTx/>
                  <a:latin typeface="Georgia" panose="02040502050405020303" pitchFamily="18" charset="0"/>
                  <a:ea typeface="楷体" panose="02010609060101010101" pitchFamily="49" charset="-122"/>
                </a:rPr>
                <a:t>01</a:t>
              </a:r>
              <a:endParaRPr kumimoji="0" lang="zh-CN" altLang="en-US" sz="4000" b="1" i="0" u="none" strike="noStrike" kern="1200" cap="none" spc="200" normalizeH="0" noProof="0" dirty="0">
                <a:ln>
                  <a:noFill/>
                </a:ln>
                <a:solidFill>
                  <a:srgbClr val="003F88"/>
                </a:solidFill>
                <a:effectLst/>
                <a:uLnTx/>
                <a:uFillTx/>
                <a:latin typeface="Georgia" panose="02040502050405020303" pitchFamily="18" charset="0"/>
                <a:ea typeface="楷体" panose="02010609060101010101" pitchFamily="49" charset="-122"/>
              </a:endParaRPr>
            </a:p>
          </p:txBody>
        </p:sp>
      </p:grpSp>
      <p:sp>
        <p:nvSpPr>
          <p:cNvPr id="84" name="文本框 83">
            <a:extLst>
              <a:ext uri="{FF2B5EF4-FFF2-40B4-BE49-F238E27FC236}">
                <a16:creationId xmlns:a16="http://schemas.microsoft.com/office/drawing/2014/main" id="{F69EAFA8-4150-4A33-A62C-8B8A6212967D}"/>
              </a:ext>
            </a:extLst>
          </p:cNvPr>
          <p:cNvSpPr txBox="1"/>
          <p:nvPr/>
        </p:nvSpPr>
        <p:spPr>
          <a:xfrm>
            <a:off x="7573809" y="2297090"/>
            <a:ext cx="50080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200" normalizeH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eorgia" panose="02040502050405020303" pitchFamily="18" charset="0"/>
                <a:ea typeface="楷体" panose="02010609060101010101" pitchFamily="49" charset="-122"/>
              </a:rPr>
              <a:t>课题背景</a:t>
            </a:r>
          </a:p>
        </p:txBody>
      </p: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D645746E-EECA-45C6-AAA5-3C301696B16F}"/>
              </a:ext>
            </a:extLst>
          </p:cNvPr>
          <p:cNvGrpSpPr/>
          <p:nvPr/>
        </p:nvGrpSpPr>
        <p:grpSpPr>
          <a:xfrm>
            <a:off x="6387262" y="5417584"/>
            <a:ext cx="1133108" cy="707886"/>
            <a:chOff x="1830837" y="1515283"/>
            <a:chExt cx="870164" cy="595764"/>
          </a:xfrm>
        </p:grpSpPr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C9CC3091-069D-4EF6-A1F0-BB9411AB3753}"/>
                </a:ext>
              </a:extLst>
            </p:cNvPr>
            <p:cNvSpPr/>
            <p:nvPr/>
          </p:nvSpPr>
          <p:spPr>
            <a:xfrm>
              <a:off x="1830837" y="1629645"/>
              <a:ext cx="870164" cy="470413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200" normalizeH="0" noProof="0">
                <a:ln>
                  <a:noFill/>
                </a:ln>
                <a:solidFill>
                  <a:srgbClr val="003F88"/>
                </a:solidFill>
                <a:effectLst/>
                <a:uLnTx/>
                <a:uFillTx/>
                <a:latin typeface="Georgia" panose="02040502050405020303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8B7D2004-491F-4A78-B2B8-42C966AAE697}"/>
                </a:ext>
              </a:extLst>
            </p:cNvPr>
            <p:cNvSpPr txBox="1"/>
            <p:nvPr/>
          </p:nvSpPr>
          <p:spPr>
            <a:xfrm>
              <a:off x="1902942" y="1515283"/>
              <a:ext cx="725953" cy="5957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200" normalizeH="0" noProof="0" dirty="0">
                  <a:ln>
                    <a:noFill/>
                  </a:ln>
                  <a:solidFill>
                    <a:srgbClr val="003F88"/>
                  </a:solidFill>
                  <a:effectLst/>
                  <a:uLnTx/>
                  <a:uFillTx/>
                  <a:latin typeface="Georgia" panose="02040502050405020303" pitchFamily="18" charset="0"/>
                  <a:ea typeface="楷体" panose="02010609060101010101" pitchFamily="49" charset="-122"/>
                </a:rPr>
                <a:t>03</a:t>
              </a:r>
              <a:endParaRPr kumimoji="0" lang="zh-CN" altLang="en-US" sz="4000" b="1" i="0" u="none" strike="noStrike" kern="1200" cap="none" spc="200" normalizeH="0" noProof="0" dirty="0">
                <a:ln>
                  <a:noFill/>
                </a:ln>
                <a:solidFill>
                  <a:srgbClr val="003F88"/>
                </a:solidFill>
                <a:effectLst/>
                <a:uLnTx/>
                <a:uFillTx/>
                <a:latin typeface="Georgia" panose="02040502050405020303" pitchFamily="18" charset="0"/>
                <a:ea typeface="楷体" panose="02010609060101010101" pitchFamily="49" charset="-122"/>
              </a:endParaRPr>
            </a:p>
          </p:txBody>
        </p:sp>
      </p:grpSp>
      <p:sp>
        <p:nvSpPr>
          <p:cNvPr id="94" name="文本框 93">
            <a:extLst>
              <a:ext uri="{FF2B5EF4-FFF2-40B4-BE49-F238E27FC236}">
                <a16:creationId xmlns:a16="http://schemas.microsoft.com/office/drawing/2014/main" id="{FF2785B9-BCD0-4DD3-ACB9-15A75A685465}"/>
              </a:ext>
            </a:extLst>
          </p:cNvPr>
          <p:cNvSpPr txBox="1"/>
          <p:nvPr/>
        </p:nvSpPr>
        <p:spPr>
          <a:xfrm>
            <a:off x="7573809" y="5455165"/>
            <a:ext cx="50080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200" normalizeH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eorgia" panose="02040502050405020303" pitchFamily="18" charset="0"/>
                <a:ea typeface="楷体" panose="02010609060101010101" pitchFamily="49" charset="-122"/>
              </a:rPr>
              <a:t>进度安排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4121DC4F-3E02-466B-B5FD-96D63C8B688B}"/>
              </a:ext>
            </a:extLst>
          </p:cNvPr>
          <p:cNvSpPr txBox="1"/>
          <p:nvPr/>
        </p:nvSpPr>
        <p:spPr>
          <a:xfrm>
            <a:off x="6022343" y="1294127"/>
            <a:ext cx="4296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1200" cap="none" spc="400" normalizeH="0" noProof="0" dirty="0">
                <a:ln>
                  <a:noFill/>
                </a:ln>
                <a:solidFill>
                  <a:srgbClr val="003F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eorgia" panose="02040502050405020303" pitchFamily="18" charset="0"/>
                <a:ea typeface="等线" panose="02010600030101010101" pitchFamily="2" charset="-122"/>
                <a:cs typeface="Calibri" panose="020F0502020204030204" pitchFamily="34" charset="0"/>
              </a:rPr>
              <a:t>CONTENTS</a:t>
            </a:r>
            <a:endParaRPr kumimoji="0" lang="zh-CN" altLang="en-US" sz="2000" i="0" u="none" strike="noStrike" kern="1200" cap="none" spc="400" normalizeH="0" noProof="0" dirty="0">
              <a:ln>
                <a:noFill/>
              </a:ln>
              <a:solidFill>
                <a:srgbClr val="003F8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eorgia" panose="02040502050405020303" pitchFamily="18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7F1342A-5392-472C-9830-206BAB5540A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1088155" y="2250815"/>
            <a:ext cx="2790933" cy="221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090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E83E0D1-12C2-44EE-A6F5-FC14F5F9DE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44" r="19087"/>
          <a:stretch/>
        </p:blipFill>
        <p:spPr>
          <a:xfrm>
            <a:off x="216692" y="1359372"/>
            <a:ext cx="11758614" cy="4002519"/>
          </a:xfrm>
          <a:prstGeom prst="rect">
            <a:avLst/>
          </a:prstGeom>
        </p:spPr>
      </p:pic>
      <p:sp>
        <p:nvSpPr>
          <p:cNvPr id="19" name="文本占位符 9">
            <a:extLst>
              <a:ext uri="{FF2B5EF4-FFF2-40B4-BE49-F238E27FC236}">
                <a16:creationId xmlns:a16="http://schemas.microsoft.com/office/drawing/2014/main" id="{E58531CA-3B04-494D-9628-8AF5FB87348D}"/>
              </a:ext>
            </a:extLst>
          </p:cNvPr>
          <p:cNvSpPr txBox="1">
            <a:spLocks/>
          </p:cNvSpPr>
          <p:nvPr/>
        </p:nvSpPr>
        <p:spPr>
          <a:xfrm>
            <a:off x="5450911" y="4972616"/>
            <a:ext cx="3368730" cy="8223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indent="0" algn="dist" defTabSz="914400" rtl="0" eaLnBrk="1" latinLnBrk="0" hangingPunct="1">
              <a:buNone/>
              <a:defRPr sz="8000" b="1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4400" spc="400" dirty="0">
                <a:solidFill>
                  <a:srgbClr val="003F88"/>
                </a:solidFill>
                <a:effectLst>
                  <a:outerShdw blurRad="12700" dist="38100" dir="3600000" sx="102000" sy="102000" algn="tl" rotWithShape="0">
                    <a:schemeClr val="accent5">
                      <a:lumMod val="75000"/>
                      <a:alpha val="30000"/>
                    </a:schemeClr>
                  </a:outerShdw>
                </a:effectLst>
              </a:rPr>
              <a:t>成果展示</a:t>
            </a:r>
          </a:p>
        </p:txBody>
      </p:sp>
      <p:sp>
        <p:nvSpPr>
          <p:cNvPr id="21" name="文本占位符 9">
            <a:extLst>
              <a:ext uri="{FF2B5EF4-FFF2-40B4-BE49-F238E27FC236}">
                <a16:creationId xmlns:a16="http://schemas.microsoft.com/office/drawing/2014/main" id="{D5AA9880-A104-4717-BCC5-D5BD986CC4EE}"/>
              </a:ext>
            </a:extLst>
          </p:cNvPr>
          <p:cNvSpPr txBox="1">
            <a:spLocks/>
          </p:cNvSpPr>
          <p:nvPr/>
        </p:nvSpPr>
        <p:spPr>
          <a:xfrm>
            <a:off x="5450911" y="3721409"/>
            <a:ext cx="3368730" cy="8223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indent="0" algn="dist" defTabSz="914400" rtl="0" eaLnBrk="1" latinLnBrk="0" hangingPunct="1">
              <a:buNone/>
              <a:defRPr sz="8000" b="1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4400" spc="400" dirty="0">
                <a:solidFill>
                  <a:srgbClr val="003F88"/>
                </a:solidFill>
                <a:effectLst>
                  <a:outerShdw blurRad="12700" dist="38100" dir="3600000" sx="102000" sy="102000" algn="tl" rotWithShape="0">
                    <a:schemeClr val="accent5">
                      <a:lumMod val="75000"/>
                      <a:alpha val="30000"/>
                    </a:schemeClr>
                  </a:outerShdw>
                </a:effectLst>
              </a:rPr>
              <a:t>技术路线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9B6571D-3351-4E1F-B282-13814EA3955E}"/>
              </a:ext>
            </a:extLst>
          </p:cNvPr>
          <p:cNvSpPr/>
          <p:nvPr/>
        </p:nvSpPr>
        <p:spPr>
          <a:xfrm>
            <a:off x="3257106" y="1261877"/>
            <a:ext cx="5677787" cy="148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5F8934E-6CAF-4F75-9A96-2ADBDFD7C2D8}"/>
              </a:ext>
            </a:extLst>
          </p:cNvPr>
          <p:cNvSpPr txBox="1"/>
          <p:nvPr/>
        </p:nvSpPr>
        <p:spPr>
          <a:xfrm>
            <a:off x="4739639" y="543135"/>
            <a:ext cx="27127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b="1" dirty="0">
                <a:solidFill>
                  <a:srgbClr val="003F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目录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635DB516-2291-4206-9425-EF067A090E4A}"/>
              </a:ext>
            </a:extLst>
          </p:cNvPr>
          <p:cNvSpPr/>
          <p:nvPr/>
        </p:nvSpPr>
        <p:spPr>
          <a:xfrm>
            <a:off x="3757353" y="2603655"/>
            <a:ext cx="1420191" cy="5811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394BD53-4B53-46FC-AB5B-F1E5AE9AA38B}"/>
              </a:ext>
            </a:extLst>
          </p:cNvPr>
          <p:cNvSpPr txBox="1"/>
          <p:nvPr/>
        </p:nvSpPr>
        <p:spPr>
          <a:xfrm>
            <a:off x="4022118" y="2483040"/>
            <a:ext cx="8906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rgbClr val="003F88"/>
                </a:solidFill>
                <a:effectLst>
                  <a:outerShdw blurRad="38100" dist="38100" dir="2700000" algn="tl" rotWithShape="0">
                    <a:schemeClr val="accent5">
                      <a:lumMod val="75000"/>
                      <a:alpha val="51000"/>
                    </a:schemeClr>
                  </a:outerShdw>
                </a:effectLst>
                <a:latin typeface="Impact" panose="020B0806030902050204" pitchFamily="34" charset="0"/>
              </a:rPr>
              <a:t>01</a:t>
            </a:r>
            <a:endParaRPr lang="zh-CN" altLang="en-US" sz="4800" dirty="0">
              <a:solidFill>
                <a:srgbClr val="003F88"/>
              </a:solidFill>
              <a:effectLst>
                <a:outerShdw blurRad="38100" dist="38100" dir="2700000" algn="tl" rotWithShape="0">
                  <a:schemeClr val="accent5">
                    <a:lumMod val="75000"/>
                    <a:alpha val="51000"/>
                  </a:schemeClr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DD45444E-D34B-4098-8ACD-8A4301513AE7}"/>
              </a:ext>
            </a:extLst>
          </p:cNvPr>
          <p:cNvSpPr/>
          <p:nvPr/>
        </p:nvSpPr>
        <p:spPr>
          <a:xfrm>
            <a:off x="3757353" y="3837689"/>
            <a:ext cx="1420191" cy="5811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6924AE3-E386-410B-8364-CACF3BEAF00D}"/>
              </a:ext>
            </a:extLst>
          </p:cNvPr>
          <p:cNvSpPr txBox="1"/>
          <p:nvPr/>
        </p:nvSpPr>
        <p:spPr>
          <a:xfrm>
            <a:off x="4022118" y="3717074"/>
            <a:ext cx="8906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rgbClr val="003F88"/>
                </a:solidFill>
                <a:effectLst>
                  <a:outerShdw blurRad="38100" dist="38100" dir="2700000" algn="tl" rotWithShape="0">
                    <a:schemeClr val="accent5">
                      <a:lumMod val="75000"/>
                      <a:alpha val="51000"/>
                    </a:schemeClr>
                  </a:outerShdw>
                </a:effectLst>
                <a:latin typeface="Impact" panose="020B0806030902050204" pitchFamily="34" charset="0"/>
              </a:rPr>
              <a:t>02</a:t>
            </a:r>
            <a:endParaRPr lang="zh-CN" altLang="en-US" sz="4800" dirty="0">
              <a:solidFill>
                <a:srgbClr val="003F88"/>
              </a:solidFill>
              <a:effectLst>
                <a:outerShdw blurRad="38100" dist="38100" dir="2700000" algn="tl" rotWithShape="0">
                  <a:schemeClr val="accent5">
                    <a:lumMod val="75000"/>
                    <a:alpha val="51000"/>
                  </a:schemeClr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3F7C26D6-E082-4A34-B901-94A95B5FB122}"/>
              </a:ext>
            </a:extLst>
          </p:cNvPr>
          <p:cNvSpPr/>
          <p:nvPr/>
        </p:nvSpPr>
        <p:spPr>
          <a:xfrm>
            <a:off x="3757353" y="5097028"/>
            <a:ext cx="1420191" cy="5811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77ED2F1-F165-4D36-B040-1D6888073236}"/>
              </a:ext>
            </a:extLst>
          </p:cNvPr>
          <p:cNvSpPr txBox="1"/>
          <p:nvPr/>
        </p:nvSpPr>
        <p:spPr>
          <a:xfrm>
            <a:off x="4022118" y="4976413"/>
            <a:ext cx="8906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rgbClr val="003F88"/>
                </a:solidFill>
                <a:effectLst>
                  <a:outerShdw blurRad="38100" dist="38100" dir="2700000" algn="tl" rotWithShape="0">
                    <a:schemeClr val="accent5">
                      <a:lumMod val="75000"/>
                      <a:alpha val="51000"/>
                    </a:schemeClr>
                  </a:outerShdw>
                </a:effectLst>
                <a:latin typeface="Impact" panose="020B0806030902050204" pitchFamily="34" charset="0"/>
              </a:rPr>
              <a:t>03</a:t>
            </a:r>
            <a:endParaRPr lang="zh-CN" altLang="en-US" sz="4800" dirty="0">
              <a:solidFill>
                <a:srgbClr val="003F88"/>
              </a:solidFill>
              <a:effectLst>
                <a:outerShdw blurRad="38100" dist="38100" dir="2700000" algn="tl" rotWithShape="0">
                  <a:schemeClr val="accent5">
                    <a:lumMod val="75000"/>
                    <a:alpha val="51000"/>
                  </a:schemeClr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877AB13-19B7-4045-8A11-871D21DDD0BD}"/>
              </a:ext>
            </a:extLst>
          </p:cNvPr>
          <p:cNvSpPr txBox="1"/>
          <p:nvPr/>
        </p:nvSpPr>
        <p:spPr>
          <a:xfrm>
            <a:off x="4860817" y="1238165"/>
            <a:ext cx="24703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600" b="1" dirty="0">
                <a:solidFill>
                  <a:srgbClr val="003F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lang="zh-CN" altLang="en-US" sz="3600" b="1" dirty="0">
              <a:solidFill>
                <a:srgbClr val="003F8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文本占位符 9">
            <a:extLst>
              <a:ext uri="{FF2B5EF4-FFF2-40B4-BE49-F238E27FC236}">
                <a16:creationId xmlns:a16="http://schemas.microsoft.com/office/drawing/2014/main" id="{B4171F9E-281B-4A7B-B0F5-F24157CB6841}"/>
              </a:ext>
            </a:extLst>
          </p:cNvPr>
          <p:cNvSpPr txBox="1">
            <a:spLocks/>
          </p:cNvSpPr>
          <p:nvPr/>
        </p:nvSpPr>
        <p:spPr>
          <a:xfrm>
            <a:off x="5450911" y="2472892"/>
            <a:ext cx="3368730" cy="8223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indent="0" algn="dist" defTabSz="914400" rtl="0" eaLnBrk="1" latinLnBrk="0" hangingPunct="1">
              <a:buNone/>
              <a:defRPr sz="8000" b="1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4400" spc="400" dirty="0">
                <a:solidFill>
                  <a:srgbClr val="003F88"/>
                </a:solidFill>
                <a:effectLst>
                  <a:outerShdw blurRad="12700" dist="38100" dir="3600000" sx="102000" sy="102000" algn="tl" rotWithShape="0">
                    <a:schemeClr val="accent5">
                      <a:lumMod val="75000"/>
                      <a:alpha val="30000"/>
                    </a:schemeClr>
                  </a:outerShdw>
                </a:effectLst>
              </a:rPr>
              <a:t>课题背景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9AC30D8-98B1-481D-9482-889319CBEB73}"/>
              </a:ext>
            </a:extLst>
          </p:cNvPr>
          <p:cNvSpPr/>
          <p:nvPr/>
        </p:nvSpPr>
        <p:spPr>
          <a:xfrm>
            <a:off x="216692" y="242887"/>
            <a:ext cx="11758613" cy="6415088"/>
          </a:xfrm>
          <a:prstGeom prst="roundRect">
            <a:avLst>
              <a:gd name="adj" fmla="val 4863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830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7">
            <a:extLst>
              <a:ext uri="{FF2B5EF4-FFF2-40B4-BE49-F238E27FC236}">
                <a16:creationId xmlns:a16="http://schemas.microsoft.com/office/drawing/2014/main" id="{EBC32E5D-6A59-45C3-9ED1-2070B4C8A47E}"/>
              </a:ext>
            </a:extLst>
          </p:cNvPr>
          <p:cNvSpPr txBox="1">
            <a:spLocks/>
          </p:cNvSpPr>
          <p:nvPr/>
        </p:nvSpPr>
        <p:spPr>
          <a:xfrm>
            <a:off x="4167031" y="1141229"/>
            <a:ext cx="3857936" cy="26869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indent="0" algn="dist" defTabSz="914400" rtl="0" eaLnBrk="1" latinLnBrk="0" hangingPunct="1">
              <a:buNone/>
              <a:defRPr sz="25000" kern="1200">
                <a:solidFill>
                  <a:schemeClr val="bg1">
                    <a:lumMod val="85000"/>
                  </a:schemeClr>
                </a:solidFill>
                <a:latin typeface="Impact" panose="020B080603090205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B72089-B91D-4742-875F-405BCD71C6AB}"/>
              </a:ext>
            </a:extLst>
          </p:cNvPr>
          <p:cNvSpPr/>
          <p:nvPr/>
        </p:nvSpPr>
        <p:spPr>
          <a:xfrm>
            <a:off x="2348345" y="2691884"/>
            <a:ext cx="381000" cy="96983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D81D8D2-8A83-42E3-86DB-56BF0F32563E}"/>
              </a:ext>
            </a:extLst>
          </p:cNvPr>
          <p:cNvSpPr/>
          <p:nvPr/>
        </p:nvSpPr>
        <p:spPr>
          <a:xfrm>
            <a:off x="2729345" y="4551218"/>
            <a:ext cx="6954705" cy="83128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96FDE63E-6F26-45D3-A70F-D4EF5DD888A9}"/>
              </a:ext>
            </a:extLst>
          </p:cNvPr>
          <p:cNvSpPr txBox="1">
            <a:spLocks/>
          </p:cNvSpPr>
          <p:nvPr/>
        </p:nvSpPr>
        <p:spPr>
          <a:xfrm>
            <a:off x="2303457" y="3258880"/>
            <a:ext cx="7585087" cy="8223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indent="0" algn="dist" defTabSz="914400" rtl="0" eaLnBrk="1" latinLnBrk="0" hangingPunct="1">
              <a:buNone/>
              <a:defRPr sz="8000" b="1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8800" spc="500" dirty="0">
                <a:solidFill>
                  <a:srgbClr val="003F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课题背景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94F8EBD-3E9E-403E-845F-399B3A89E8CA}"/>
              </a:ext>
            </a:extLst>
          </p:cNvPr>
          <p:cNvSpPr/>
          <p:nvPr/>
        </p:nvSpPr>
        <p:spPr>
          <a:xfrm>
            <a:off x="216692" y="242887"/>
            <a:ext cx="11758613" cy="6415088"/>
          </a:xfrm>
          <a:prstGeom prst="roundRect">
            <a:avLst>
              <a:gd name="adj" fmla="val 4863"/>
            </a:avLst>
          </a:prstGeom>
          <a:noFill/>
          <a:ln w="28575">
            <a:solidFill>
              <a:srgbClr val="003F8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476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B5073C3-C431-4921-AFC1-C5C4C2CC973B}"/>
              </a:ext>
            </a:extLst>
          </p:cNvPr>
          <p:cNvSpPr/>
          <p:nvPr/>
        </p:nvSpPr>
        <p:spPr>
          <a:xfrm>
            <a:off x="0" y="0"/>
            <a:ext cx="12192000" cy="251460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菱形 3">
            <a:extLst>
              <a:ext uri="{FF2B5EF4-FFF2-40B4-BE49-F238E27FC236}">
                <a16:creationId xmlns:a16="http://schemas.microsoft.com/office/drawing/2014/main" id="{E370C00E-C37B-4AD0-A522-9BCE659430E1}"/>
              </a:ext>
            </a:extLst>
          </p:cNvPr>
          <p:cNvSpPr/>
          <p:nvPr/>
        </p:nvSpPr>
        <p:spPr>
          <a:xfrm>
            <a:off x="4838700" y="1257130"/>
            <a:ext cx="2514600" cy="2514600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5DA9D4B-605B-43E0-BE89-01142188FB22}"/>
              </a:ext>
            </a:extLst>
          </p:cNvPr>
          <p:cNvGrpSpPr/>
          <p:nvPr/>
        </p:nvGrpSpPr>
        <p:grpSpPr>
          <a:xfrm>
            <a:off x="5016246" y="1434676"/>
            <a:ext cx="2159508" cy="2159508"/>
            <a:chOff x="5016246" y="2239518"/>
            <a:chExt cx="2159508" cy="2159508"/>
          </a:xfrm>
          <a:solidFill>
            <a:srgbClr val="003F88"/>
          </a:solidFill>
        </p:grpSpPr>
        <p:sp>
          <p:nvSpPr>
            <p:cNvPr id="5" name="菱形 4">
              <a:extLst>
                <a:ext uri="{FF2B5EF4-FFF2-40B4-BE49-F238E27FC236}">
                  <a16:creationId xmlns:a16="http://schemas.microsoft.com/office/drawing/2014/main" id="{A6E30CAB-2F2B-44DF-97B4-FC8D317C2E44}"/>
                </a:ext>
              </a:extLst>
            </p:cNvPr>
            <p:cNvSpPr/>
            <p:nvPr/>
          </p:nvSpPr>
          <p:spPr>
            <a:xfrm>
              <a:off x="5016246" y="2239518"/>
              <a:ext cx="2159508" cy="2159508"/>
            </a:xfrm>
            <a:prstGeom prst="diamon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5E74539A-1C9E-4941-9379-CE5AC4BB9837}"/>
                </a:ext>
              </a:extLst>
            </p:cNvPr>
            <p:cNvSpPr/>
            <p:nvPr/>
          </p:nvSpPr>
          <p:spPr>
            <a:xfrm flipV="1">
              <a:off x="5016246" y="3319272"/>
              <a:ext cx="2159508" cy="1079754"/>
            </a:xfrm>
            <a:custGeom>
              <a:avLst/>
              <a:gdLst>
                <a:gd name="connsiteX0" fmla="*/ 720000 w 1440000"/>
                <a:gd name="connsiteY0" fmla="*/ 0 h 720000"/>
                <a:gd name="connsiteX1" fmla="*/ 1440000 w 1440000"/>
                <a:gd name="connsiteY1" fmla="*/ 720000 h 720000"/>
                <a:gd name="connsiteX2" fmla="*/ 0 w 1440000"/>
                <a:gd name="connsiteY2" fmla="*/ 720000 h 720000"/>
                <a:gd name="connsiteX3" fmla="*/ 720000 w 1440000"/>
                <a:gd name="connsiteY3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0000" h="720000">
                  <a:moveTo>
                    <a:pt x="720000" y="0"/>
                  </a:moveTo>
                  <a:cubicBezTo>
                    <a:pt x="1117645" y="0"/>
                    <a:pt x="1440000" y="322355"/>
                    <a:pt x="1440000" y="720000"/>
                  </a:cubicBezTo>
                  <a:lnTo>
                    <a:pt x="0" y="720000"/>
                  </a:lnTo>
                  <a:cubicBezTo>
                    <a:pt x="0" y="322355"/>
                    <a:pt x="322355" y="0"/>
                    <a:pt x="7200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AAC86BA2-48BA-472D-9414-294985E17466}"/>
              </a:ext>
            </a:extLst>
          </p:cNvPr>
          <p:cNvSpPr txBox="1"/>
          <p:nvPr/>
        </p:nvSpPr>
        <p:spPr>
          <a:xfrm>
            <a:off x="4980432" y="2030426"/>
            <a:ext cx="22311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01</a:t>
            </a:r>
            <a:endParaRPr lang="zh-CN" altLang="en-US" sz="8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</a:endParaRPr>
          </a:p>
        </p:txBody>
      </p:sp>
      <p:sp>
        <p:nvSpPr>
          <p:cNvPr id="15" name="文本占位符 9">
            <a:extLst>
              <a:ext uri="{FF2B5EF4-FFF2-40B4-BE49-F238E27FC236}">
                <a16:creationId xmlns:a16="http://schemas.microsoft.com/office/drawing/2014/main" id="{FC84F5D2-25BF-4865-96F2-A2D1690936FC}"/>
              </a:ext>
            </a:extLst>
          </p:cNvPr>
          <p:cNvSpPr txBox="1">
            <a:spLocks/>
          </p:cNvSpPr>
          <p:nvPr/>
        </p:nvSpPr>
        <p:spPr>
          <a:xfrm>
            <a:off x="2303456" y="4055385"/>
            <a:ext cx="7585087" cy="8223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indent="0" algn="dist" defTabSz="914400" rtl="0" eaLnBrk="1" latinLnBrk="0" hangingPunct="1">
              <a:buNone/>
              <a:defRPr sz="8000" b="1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8800" spc="500" dirty="0">
                <a:solidFill>
                  <a:srgbClr val="003F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课题背景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BF23540-CB8B-48C8-8168-105854BC70F8}"/>
              </a:ext>
            </a:extLst>
          </p:cNvPr>
          <p:cNvCxnSpPr>
            <a:cxnSpLocks/>
            <a:stCxn id="2" idx="1"/>
            <a:endCxn id="2" idx="3"/>
          </p:cNvCxnSpPr>
          <p:nvPr/>
        </p:nvCxnSpPr>
        <p:spPr>
          <a:xfrm>
            <a:off x="0" y="1257300"/>
            <a:ext cx="12192000" cy="0"/>
          </a:xfrm>
          <a:prstGeom prst="straightConnector1">
            <a:avLst/>
          </a:prstGeom>
          <a:ln w="571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36152AB-246F-4CFC-A742-C7A8917E172E}"/>
              </a:ext>
            </a:extLst>
          </p:cNvPr>
          <p:cNvGrpSpPr/>
          <p:nvPr/>
        </p:nvGrpSpPr>
        <p:grpSpPr>
          <a:xfrm>
            <a:off x="-55241" y="5102845"/>
            <a:ext cx="12478977" cy="1955678"/>
            <a:chOff x="0" y="5107371"/>
            <a:chExt cx="12452726" cy="1958184"/>
          </a:xfrm>
        </p:grpSpPr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79FC3777-F69F-46FB-8626-B547DB3D0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DA8276"/>
                </a:clrFrom>
                <a:clrTo>
                  <a:srgbClr val="DA8276">
                    <a:alpha val="0"/>
                  </a:srgbClr>
                </a:clrTo>
              </a:clrChange>
              <a:duotone>
                <a:prstClr val="black"/>
                <a:srgbClr val="003E8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81492" y="5294438"/>
              <a:ext cx="2771234" cy="1582057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BD4D19EC-8800-452B-8C1E-AC2341C4C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7E5C1"/>
                </a:clrFrom>
                <a:clrTo>
                  <a:srgbClr val="F7E5C1">
                    <a:alpha val="0"/>
                  </a:srgbClr>
                </a:clrTo>
              </a:clrChange>
              <a:duotone>
                <a:prstClr val="black"/>
                <a:srgbClr val="003E8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107371"/>
              <a:ext cx="3570418" cy="1774075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6F04904B-A7E2-40A0-B299-21D30A84A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E6E8E9"/>
                </a:clrFrom>
                <a:clrTo>
                  <a:srgbClr val="E6E8E9">
                    <a:alpha val="0"/>
                  </a:srgbClr>
                </a:clrTo>
              </a:clrChange>
              <a:duotone>
                <a:prstClr val="black"/>
                <a:srgbClr val="003E8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4374" y="6014537"/>
              <a:ext cx="2801522" cy="866909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E587E8A7-C30F-49A5-BC67-3AC2E41F5D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C9DD76"/>
                </a:clrFrom>
                <a:clrTo>
                  <a:srgbClr val="C9DD76">
                    <a:alpha val="0"/>
                  </a:srgbClr>
                </a:clrTo>
              </a:clrChange>
              <a:duotone>
                <a:prstClr val="black"/>
                <a:srgbClr val="003E8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9219" y="5487733"/>
              <a:ext cx="851371" cy="1393805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5423DE19-B9F8-45D2-A84E-C5DBD82ED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E2DFEE"/>
                </a:clrFrom>
                <a:clrTo>
                  <a:srgbClr val="E2DFEE">
                    <a:alpha val="0"/>
                  </a:srgbClr>
                </a:clrTo>
              </a:clrChange>
              <a:duotone>
                <a:prstClr val="black"/>
                <a:srgbClr val="003E8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5545" y="5857803"/>
              <a:ext cx="3301589" cy="1023643"/>
            </a:xfrm>
            <a:prstGeom prst="rect">
              <a:avLst/>
            </a:prstGeom>
          </p:spPr>
        </p:pic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FE12D2C9-E5E8-4BBB-AE7A-21D940B285B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CA9191"/>
                </a:clrFrom>
                <a:clrTo>
                  <a:srgbClr val="CA9191">
                    <a:alpha val="0"/>
                  </a:srgbClr>
                </a:clrTo>
              </a:clrChange>
              <a:duotone>
                <a:prstClr val="black"/>
                <a:srgbClr val="003E8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85810" y="5563058"/>
              <a:ext cx="2313046" cy="1408570"/>
            </a:xfrm>
            <a:prstGeom prst="rect">
              <a:avLst/>
            </a:prstGeom>
          </p:spPr>
        </p:pic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2C2EF78C-97FE-4166-8587-DC02BF7EA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D0E7D6"/>
                </a:clrFrom>
                <a:clrTo>
                  <a:srgbClr val="D0E7D6">
                    <a:alpha val="0"/>
                  </a:srgbClr>
                </a:clrTo>
              </a:clrChange>
              <a:duotone>
                <a:prstClr val="black"/>
                <a:srgbClr val="003E8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55006" y="5382047"/>
              <a:ext cx="1524257" cy="16835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08192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6A978EE0-6762-4070-9208-727D6A2C888D}"/>
              </a:ext>
            </a:extLst>
          </p:cNvPr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0BBA72C2-6658-4903-90B0-3DB09CD96F31}"/>
                </a:ext>
              </a:extLst>
            </p:cNvPr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C88DC6F7-3F54-4EFD-919D-1EC401B96C18}"/>
                </a:ext>
              </a:extLst>
            </p:cNvPr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ABB1D33E-6A58-4E88-95E9-6A4048F9D03F}"/>
                </a:ext>
              </a:extLst>
            </p:cNvPr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DD0E7411-EFC8-4009-A22F-AE54C44AD5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9E2F821-98A7-4B7B-811D-5DAD6270ADCA}"/>
              </a:ext>
            </a:extLst>
          </p:cNvPr>
          <p:cNvSpPr txBox="1"/>
          <p:nvPr/>
        </p:nvSpPr>
        <p:spPr>
          <a:xfrm>
            <a:off x="1165161" y="269066"/>
            <a:ext cx="2045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3F88"/>
                </a:solidFill>
              </a:rPr>
              <a:t>请输入标题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A1A71FC-24DE-44CC-A7B4-B871B8546747}"/>
              </a:ext>
            </a:extLst>
          </p:cNvPr>
          <p:cNvSpPr/>
          <p:nvPr/>
        </p:nvSpPr>
        <p:spPr>
          <a:xfrm>
            <a:off x="526473" y="1365769"/>
            <a:ext cx="11074400" cy="4984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559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4C86976A-5C77-4CC0-9FBD-C452B78E6F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6A10815-F573-4B61-8ECF-77EED6C1563E}"/>
              </a:ext>
            </a:extLst>
          </p:cNvPr>
          <p:cNvSpPr txBox="1"/>
          <p:nvPr/>
        </p:nvSpPr>
        <p:spPr>
          <a:xfrm>
            <a:off x="542138" y="218394"/>
            <a:ext cx="60784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rgbClr val="003F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 </a:t>
            </a:r>
            <a:r>
              <a:rPr lang="zh-CN" altLang="en-US" sz="2800" b="1" dirty="0">
                <a:solidFill>
                  <a:srgbClr val="003F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一级标题 </a:t>
            </a:r>
            <a:r>
              <a:rPr lang="en-US" altLang="zh-CN" sz="2800" b="1" dirty="0">
                <a:solidFill>
                  <a:srgbClr val="003F88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–</a:t>
            </a:r>
            <a:r>
              <a:rPr lang="en-US" altLang="zh-CN" sz="2800" b="1" dirty="0">
                <a:solidFill>
                  <a:srgbClr val="003F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rgbClr val="003F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二级标题</a:t>
            </a:r>
            <a:endParaRPr lang="zh-CN" altLang="en-US" sz="2800" b="1" dirty="0">
              <a:solidFill>
                <a:srgbClr val="003F8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5B509B0-4774-4B55-B5E7-410802D4DF3A}"/>
              </a:ext>
            </a:extLst>
          </p:cNvPr>
          <p:cNvGrpSpPr/>
          <p:nvPr/>
        </p:nvGrpSpPr>
        <p:grpSpPr>
          <a:xfrm>
            <a:off x="0" y="-2932"/>
            <a:ext cx="517646" cy="981393"/>
            <a:chOff x="0" y="111538"/>
            <a:chExt cx="899042" cy="1704473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1E66A749-4CD5-49EA-9245-6B506F848CF6}"/>
                </a:ext>
              </a:extLst>
            </p:cNvPr>
            <p:cNvSpPr/>
            <p:nvPr/>
          </p:nvSpPr>
          <p:spPr>
            <a:xfrm>
              <a:off x="778917" y="885854"/>
              <a:ext cx="120125" cy="120125"/>
            </a:xfrm>
            <a:prstGeom prst="ellipse">
              <a:avLst/>
            </a:prstGeom>
            <a:solidFill>
              <a:srgbClr val="003F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782015C2-FB06-4B10-B177-F493825C6218}"/>
                </a:ext>
              </a:extLst>
            </p:cNvPr>
            <p:cNvGrpSpPr/>
            <p:nvPr/>
          </p:nvGrpSpPr>
          <p:grpSpPr>
            <a:xfrm>
              <a:off x="0" y="111538"/>
              <a:ext cx="875360" cy="1704473"/>
              <a:chOff x="357726" y="552695"/>
              <a:chExt cx="1547190" cy="3012640"/>
            </a:xfrm>
            <a:solidFill>
              <a:srgbClr val="003F89"/>
            </a:solidFill>
          </p:grpSpPr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D6E09D34-303B-4EA3-8A69-AA11B05AA2DB}"/>
                  </a:ext>
                </a:extLst>
              </p:cNvPr>
              <p:cNvSpPr/>
              <p:nvPr/>
            </p:nvSpPr>
            <p:spPr>
              <a:xfrm rot="10800000" flipH="1" flipV="1">
                <a:off x="357726" y="2018145"/>
                <a:ext cx="1464435" cy="1547190"/>
              </a:xfrm>
              <a:custGeom>
                <a:avLst/>
                <a:gdLst>
                  <a:gd name="connsiteX0" fmla="*/ 0 w 1464435"/>
                  <a:gd name="connsiteY0" fmla="*/ 0 h 1547190"/>
                  <a:gd name="connsiteX1" fmla="*/ 1464435 w 1464435"/>
                  <a:gd name="connsiteY1" fmla="*/ 0 h 1547190"/>
                  <a:gd name="connsiteX2" fmla="*/ 1314628 w 1464435"/>
                  <a:gd name="connsiteY2" fmla="*/ 22863 h 1547190"/>
                  <a:gd name="connsiteX3" fmla="*/ 3759 w 1464435"/>
                  <a:gd name="connsiteY3" fmla="*/ 1472763 h 1547190"/>
                  <a:gd name="connsiteX4" fmla="*/ 0 w 1464435"/>
                  <a:gd name="connsiteY4" fmla="*/ 1547190 h 1547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4435" h="1547190">
                    <a:moveTo>
                      <a:pt x="0" y="0"/>
                    </a:moveTo>
                    <a:lnTo>
                      <a:pt x="1464435" y="0"/>
                    </a:lnTo>
                    <a:lnTo>
                      <a:pt x="1314628" y="22863"/>
                    </a:lnTo>
                    <a:cubicBezTo>
                      <a:pt x="615432" y="165940"/>
                      <a:pt x="77096" y="750618"/>
                      <a:pt x="3759" y="1472763"/>
                    </a:cubicBezTo>
                    <a:lnTo>
                      <a:pt x="0" y="154719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86C436F9-CE23-4613-B380-501F155ACF00}"/>
                  </a:ext>
                </a:extLst>
              </p:cNvPr>
              <p:cNvSpPr/>
              <p:nvPr/>
            </p:nvSpPr>
            <p:spPr>
              <a:xfrm rot="5400000" flipH="1" flipV="1">
                <a:off x="399103" y="511318"/>
                <a:ext cx="1464435" cy="1547190"/>
              </a:xfrm>
              <a:custGeom>
                <a:avLst/>
                <a:gdLst>
                  <a:gd name="connsiteX0" fmla="*/ 0 w 1464435"/>
                  <a:gd name="connsiteY0" fmla="*/ 0 h 1547190"/>
                  <a:gd name="connsiteX1" fmla="*/ 1464435 w 1464435"/>
                  <a:gd name="connsiteY1" fmla="*/ 0 h 1547190"/>
                  <a:gd name="connsiteX2" fmla="*/ 1314628 w 1464435"/>
                  <a:gd name="connsiteY2" fmla="*/ 22863 h 1547190"/>
                  <a:gd name="connsiteX3" fmla="*/ 3759 w 1464435"/>
                  <a:gd name="connsiteY3" fmla="*/ 1472763 h 1547190"/>
                  <a:gd name="connsiteX4" fmla="*/ 0 w 1464435"/>
                  <a:gd name="connsiteY4" fmla="*/ 1547190 h 1547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4435" h="1547190">
                    <a:moveTo>
                      <a:pt x="0" y="0"/>
                    </a:moveTo>
                    <a:lnTo>
                      <a:pt x="1464435" y="0"/>
                    </a:lnTo>
                    <a:lnTo>
                      <a:pt x="1314628" y="22863"/>
                    </a:lnTo>
                    <a:cubicBezTo>
                      <a:pt x="615432" y="165940"/>
                      <a:pt x="77096" y="750618"/>
                      <a:pt x="3759" y="1472763"/>
                    </a:cubicBezTo>
                    <a:lnTo>
                      <a:pt x="0" y="154719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8660175-7CE7-42BF-945F-7BF1C5594CC7}"/>
              </a:ext>
            </a:extLst>
          </p:cNvPr>
          <p:cNvCxnSpPr>
            <a:cxnSpLocks/>
          </p:cNvCxnSpPr>
          <p:nvPr/>
        </p:nvCxnSpPr>
        <p:spPr>
          <a:xfrm>
            <a:off x="6096000" y="1417672"/>
            <a:ext cx="0" cy="4770474"/>
          </a:xfrm>
          <a:prstGeom prst="line">
            <a:avLst/>
          </a:prstGeom>
          <a:ln w="38100">
            <a:solidFill>
              <a:srgbClr val="003F88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1A895E13-6B87-4FD5-BEDB-7359E7723455}"/>
              </a:ext>
            </a:extLst>
          </p:cNvPr>
          <p:cNvSpPr txBox="1"/>
          <p:nvPr/>
        </p:nvSpPr>
        <p:spPr>
          <a:xfrm>
            <a:off x="1155405" y="1290083"/>
            <a:ext cx="3643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spc="200" dirty="0"/>
              <a:t>标题栏</a:t>
            </a:r>
            <a:r>
              <a:rPr lang="en-US" altLang="zh-CN" sz="3600" b="1" spc="200" dirty="0"/>
              <a:t>1</a:t>
            </a:r>
            <a:endParaRPr lang="zh-CN" altLang="en-US" sz="3600" b="1" spc="2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D7E8473-34E0-4E39-97B4-792315A8DF95}"/>
              </a:ext>
            </a:extLst>
          </p:cNvPr>
          <p:cNvSpPr txBox="1"/>
          <p:nvPr/>
        </p:nvSpPr>
        <p:spPr>
          <a:xfrm>
            <a:off x="1155405" y="2335618"/>
            <a:ext cx="36434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Arial" panose="020B0604020202020204" pitchFamily="34" charset="0"/>
              <a:buChar char="•"/>
            </a:pPr>
            <a:r>
              <a:rPr lang="zh-CN" altLang="en-US" sz="2400" spc="200" dirty="0"/>
              <a:t>文字</a:t>
            </a:r>
            <a:endParaRPr lang="en-US" altLang="zh-CN" sz="2400" spc="200" dirty="0"/>
          </a:p>
          <a:p>
            <a:pPr marL="742950" indent="-742950">
              <a:buFont typeface="Arial" panose="020B0604020202020204" pitchFamily="34" charset="0"/>
              <a:buChar char="•"/>
            </a:pPr>
            <a:endParaRPr lang="en-US" altLang="zh-CN" sz="2400" spc="200" dirty="0"/>
          </a:p>
          <a:p>
            <a:pPr marL="742950" indent="-742950">
              <a:buFont typeface="Arial" panose="020B0604020202020204" pitchFamily="34" charset="0"/>
              <a:buChar char="•"/>
            </a:pPr>
            <a:endParaRPr lang="en-US" altLang="zh-CN" sz="2400" spc="200" dirty="0"/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zh-CN" altLang="en-US" sz="2400" spc="200" dirty="0"/>
              <a:t>文字</a:t>
            </a:r>
            <a:endParaRPr lang="en-US" altLang="zh-CN" sz="2400" spc="200" dirty="0"/>
          </a:p>
          <a:p>
            <a:pPr marL="742950" indent="-742950">
              <a:buFont typeface="Arial" panose="020B0604020202020204" pitchFamily="34" charset="0"/>
              <a:buChar char="•"/>
            </a:pPr>
            <a:endParaRPr lang="en-US" altLang="zh-CN" sz="2400" spc="200" dirty="0"/>
          </a:p>
          <a:p>
            <a:pPr marL="742950" indent="-742950">
              <a:buFont typeface="Arial" panose="020B0604020202020204" pitchFamily="34" charset="0"/>
              <a:buChar char="•"/>
            </a:pPr>
            <a:endParaRPr lang="en-US" altLang="zh-CN" sz="2400" spc="200" dirty="0"/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zh-CN" altLang="en-US" sz="2400" spc="200" dirty="0"/>
              <a:t>文字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EBBDDCC-C155-45D4-8AC2-CE4D73B7A7A8}"/>
              </a:ext>
            </a:extLst>
          </p:cNvPr>
          <p:cNvSpPr txBox="1"/>
          <p:nvPr/>
        </p:nvSpPr>
        <p:spPr>
          <a:xfrm>
            <a:off x="7393176" y="1290083"/>
            <a:ext cx="3643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spc="200" dirty="0"/>
              <a:t>标题栏</a:t>
            </a:r>
            <a:r>
              <a:rPr lang="en-US" altLang="zh-CN" sz="3600" b="1" spc="200" dirty="0"/>
              <a:t>2</a:t>
            </a:r>
            <a:endParaRPr lang="zh-CN" altLang="en-US" sz="3600" b="1" spc="2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51D092B-7087-488B-8013-AB5AB68A3F7A}"/>
              </a:ext>
            </a:extLst>
          </p:cNvPr>
          <p:cNvSpPr txBox="1"/>
          <p:nvPr/>
        </p:nvSpPr>
        <p:spPr>
          <a:xfrm>
            <a:off x="7708605" y="2335618"/>
            <a:ext cx="36434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Arial" panose="020B0604020202020204" pitchFamily="34" charset="0"/>
              <a:buChar char="•"/>
            </a:pPr>
            <a:r>
              <a:rPr lang="zh-CN" altLang="en-US" sz="2400" spc="200" dirty="0"/>
              <a:t>文字</a:t>
            </a:r>
            <a:endParaRPr lang="en-US" altLang="zh-CN" sz="2400" spc="200" dirty="0"/>
          </a:p>
          <a:p>
            <a:pPr marL="742950" indent="-742950">
              <a:buFont typeface="Arial" panose="020B0604020202020204" pitchFamily="34" charset="0"/>
              <a:buChar char="•"/>
            </a:pPr>
            <a:endParaRPr lang="en-US" altLang="zh-CN" sz="2400" spc="200" dirty="0"/>
          </a:p>
          <a:p>
            <a:pPr marL="742950" indent="-742950">
              <a:buFont typeface="Arial" panose="020B0604020202020204" pitchFamily="34" charset="0"/>
              <a:buChar char="•"/>
            </a:pPr>
            <a:endParaRPr lang="en-US" altLang="zh-CN" sz="2400" spc="200" dirty="0"/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zh-CN" altLang="en-US" sz="2400" spc="200" dirty="0"/>
              <a:t>文字</a:t>
            </a:r>
            <a:endParaRPr lang="en-US" altLang="zh-CN" sz="2400" spc="200" dirty="0"/>
          </a:p>
          <a:p>
            <a:pPr marL="742950" indent="-742950">
              <a:buFont typeface="Arial" panose="020B0604020202020204" pitchFamily="34" charset="0"/>
              <a:buChar char="•"/>
            </a:pPr>
            <a:endParaRPr lang="en-US" altLang="zh-CN" sz="2400" spc="200" dirty="0"/>
          </a:p>
          <a:p>
            <a:pPr marL="742950" indent="-742950">
              <a:buFont typeface="Arial" panose="020B0604020202020204" pitchFamily="34" charset="0"/>
              <a:buChar char="•"/>
            </a:pPr>
            <a:endParaRPr lang="en-US" altLang="zh-CN" sz="2400" spc="200" dirty="0"/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zh-CN" altLang="en-US" sz="2400" spc="200" dirty="0"/>
              <a:t>文字</a:t>
            </a:r>
          </a:p>
        </p:txBody>
      </p:sp>
    </p:spTree>
    <p:extLst>
      <p:ext uri="{BB962C8B-B14F-4D97-AF65-F5344CB8AC3E}">
        <p14:creationId xmlns:p14="http://schemas.microsoft.com/office/powerpoint/2010/main" val="3947586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0292898" y="-1710168"/>
            <a:ext cx="3313865" cy="3313865"/>
            <a:chOff x="0" y="0"/>
            <a:chExt cx="1708150" cy="1708150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1708150" cy="1708150"/>
            </a:xfrm>
            <a:custGeom>
              <a:avLst/>
              <a:gdLst/>
              <a:ahLst/>
              <a:cxnLst/>
              <a:rect l="l" t="t" r="r" b="b"/>
              <a:pathLst>
                <a:path w="1708150" h="1708150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  <a:grpFill/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-793950" y="5835767"/>
            <a:ext cx="2232801" cy="2232801"/>
            <a:chOff x="0" y="0"/>
            <a:chExt cx="1708150" cy="1708150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1708150" cy="1708150"/>
            </a:xfrm>
            <a:custGeom>
              <a:avLst/>
              <a:gdLst/>
              <a:ahLst/>
              <a:cxnLst/>
              <a:rect l="l" t="t" r="r" b="b"/>
              <a:pathLst>
                <a:path w="1708150" h="1708150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  <a:grpFill/>
          </p:spPr>
        </p:sp>
      </p:grpSp>
      <p:grpSp>
        <p:nvGrpSpPr>
          <p:cNvPr id="13" name="Group 13"/>
          <p:cNvGrpSpPr/>
          <p:nvPr/>
        </p:nvGrpSpPr>
        <p:grpSpPr>
          <a:xfrm>
            <a:off x="248820" y="5498494"/>
            <a:ext cx="956496" cy="1112521"/>
            <a:chOff x="0" y="0"/>
            <a:chExt cx="1912991" cy="2225042"/>
          </a:xfrm>
          <a:solidFill>
            <a:srgbClr val="003F88"/>
          </a:solidFill>
        </p:grpSpPr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0" y="1214754"/>
              <a:ext cx="867585" cy="1010288"/>
            </a:xfrm>
            <a:prstGeom prst="rect">
              <a:avLst/>
            </a:prstGeom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867585" cy="1010288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1045407" y="1214754"/>
              <a:ext cx="867585" cy="1010288"/>
            </a:xfrm>
            <a:prstGeom prst="rect">
              <a:avLst/>
            </a:prstGeom>
          </p:spPr>
        </p:pic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1045407" y="0"/>
              <a:ext cx="867585" cy="1010288"/>
            </a:xfrm>
            <a:prstGeom prst="rect">
              <a:avLst/>
            </a:prstGeom>
          </p:spPr>
        </p:pic>
      </p:grpSp>
      <p:sp>
        <p:nvSpPr>
          <p:cNvPr id="18" name="TextBox 18"/>
          <p:cNvSpPr txBox="1"/>
          <p:nvPr/>
        </p:nvSpPr>
        <p:spPr>
          <a:xfrm>
            <a:off x="517707" y="523042"/>
            <a:ext cx="426017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60"/>
              </a:lnSpc>
            </a:pPr>
            <a:r>
              <a:rPr lang="en-US" sz="2400" b="1" spc="74" dirty="0">
                <a:solidFill>
                  <a:srgbClr val="003F8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03</a:t>
            </a:r>
          </a:p>
        </p:txBody>
      </p:sp>
      <p:sp>
        <p:nvSpPr>
          <p:cNvPr id="32" name="TextBox 18">
            <a:extLst>
              <a:ext uri="{FF2B5EF4-FFF2-40B4-BE49-F238E27FC236}">
                <a16:creationId xmlns:a16="http://schemas.microsoft.com/office/drawing/2014/main" id="{F982732F-A0FE-4808-AEB5-872B7A5FB47D}"/>
              </a:ext>
            </a:extLst>
          </p:cNvPr>
          <p:cNvSpPr txBox="1"/>
          <p:nvPr/>
        </p:nvSpPr>
        <p:spPr>
          <a:xfrm>
            <a:off x="1174621" y="523042"/>
            <a:ext cx="3061883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60"/>
              </a:lnSpc>
            </a:pPr>
            <a:r>
              <a:rPr lang="en-US" altLang="zh-CN" sz="3200" b="1" spc="74" dirty="0" err="1">
                <a:solidFill>
                  <a:srgbClr val="003F8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xxxx</a:t>
            </a:r>
            <a:endParaRPr lang="en-US" sz="3200" b="1" spc="74" dirty="0">
              <a:solidFill>
                <a:srgbClr val="003F88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B7E81DD1-C622-41B6-A5EA-5252D855A4BC}"/>
              </a:ext>
            </a:extLst>
          </p:cNvPr>
          <p:cNvCxnSpPr>
            <a:cxnSpLocks/>
          </p:cNvCxnSpPr>
          <p:nvPr/>
        </p:nvCxnSpPr>
        <p:spPr>
          <a:xfrm>
            <a:off x="12192000" y="6858000"/>
            <a:ext cx="848002" cy="0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94D6357-D1DD-4EBB-A176-F7833AB3777C}"/>
              </a:ext>
            </a:extLst>
          </p:cNvPr>
          <p:cNvGrpSpPr/>
          <p:nvPr/>
        </p:nvGrpSpPr>
        <p:grpSpPr>
          <a:xfrm>
            <a:off x="1062002" y="1552598"/>
            <a:ext cx="8398751" cy="2606208"/>
            <a:chOff x="515308" y="974930"/>
            <a:chExt cx="8398751" cy="2606208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FBF0B06A-C595-4FCF-B644-29247DBD3D9C}"/>
                </a:ext>
              </a:extLst>
            </p:cNvPr>
            <p:cNvGrpSpPr/>
            <p:nvPr/>
          </p:nvGrpSpPr>
          <p:grpSpPr>
            <a:xfrm>
              <a:off x="515308" y="974930"/>
              <a:ext cx="8398751" cy="2606208"/>
              <a:chOff x="964228" y="1558815"/>
              <a:chExt cx="8398751" cy="2956537"/>
            </a:xfrm>
          </p:grpSpPr>
          <p:grpSp>
            <p:nvGrpSpPr>
              <p:cNvPr id="26" name="Group 12">
                <a:extLst>
                  <a:ext uri="{FF2B5EF4-FFF2-40B4-BE49-F238E27FC236}">
                    <a16:creationId xmlns:a16="http://schemas.microsoft.com/office/drawing/2014/main" id="{E878C7CE-8505-447F-8423-00C4EE1CE057}"/>
                  </a:ext>
                </a:extLst>
              </p:cNvPr>
              <p:cNvGrpSpPr/>
              <p:nvPr/>
            </p:nvGrpSpPr>
            <p:grpSpPr>
              <a:xfrm>
                <a:off x="964228" y="1558815"/>
                <a:ext cx="8398751" cy="2956537"/>
                <a:chOff x="0" y="0"/>
                <a:chExt cx="16797501" cy="4785632"/>
              </a:xfrm>
            </p:grpSpPr>
            <p:grpSp>
              <p:nvGrpSpPr>
                <p:cNvPr id="27" name="Group 13">
                  <a:extLst>
                    <a:ext uri="{FF2B5EF4-FFF2-40B4-BE49-F238E27FC236}">
                      <a16:creationId xmlns:a16="http://schemas.microsoft.com/office/drawing/2014/main" id="{415ED902-D41E-4D5D-9C09-8C460342BA90}"/>
                    </a:ext>
                  </a:extLst>
                </p:cNvPr>
                <p:cNvGrpSpPr/>
                <p:nvPr/>
              </p:nvGrpSpPr>
              <p:grpSpPr>
                <a:xfrm>
                  <a:off x="225237" y="372165"/>
                  <a:ext cx="16075415" cy="4259461"/>
                  <a:chOff x="0" y="-28575"/>
                  <a:chExt cx="3175391" cy="841375"/>
                </a:xfrm>
              </p:grpSpPr>
              <p:sp>
                <p:nvSpPr>
                  <p:cNvPr id="46" name="Freeform 14">
                    <a:extLst>
                      <a:ext uri="{FF2B5EF4-FFF2-40B4-BE49-F238E27FC236}">
                        <a16:creationId xmlns:a16="http://schemas.microsoft.com/office/drawing/2014/main" id="{6F9012A3-8C91-4F76-8643-B4FE2E128A7A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3175391" cy="4966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75391" h="558574">
                        <a:moveTo>
                          <a:pt x="0" y="0"/>
                        </a:moveTo>
                        <a:lnTo>
                          <a:pt x="3175391" y="0"/>
                        </a:lnTo>
                        <a:lnTo>
                          <a:pt x="3175391" y="558574"/>
                        </a:lnTo>
                        <a:lnTo>
                          <a:pt x="0" y="558574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 w="38100">
                    <a:noFill/>
                  </a:ln>
                </p:spPr>
              </p:sp>
              <p:sp>
                <p:nvSpPr>
                  <p:cNvPr id="47" name="TextBox 15">
                    <a:extLst>
                      <a:ext uri="{FF2B5EF4-FFF2-40B4-BE49-F238E27FC236}">
                        <a16:creationId xmlns:a16="http://schemas.microsoft.com/office/drawing/2014/main" id="{3BAD43DD-4CF5-407C-9E33-E0CF756004B9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28575"/>
                    <a:ext cx="812800" cy="841375"/>
                  </a:xfrm>
                  <a:prstGeom prst="rect">
                    <a:avLst/>
                  </a:prstGeom>
                </p:spPr>
                <p:txBody>
                  <a:bodyPr lIns="33867" tIns="33867" rIns="33867" bIns="33867" rtlCol="0" anchor="ctr"/>
                  <a:lstStyle/>
                  <a:p>
                    <a:pPr algn="ctr">
                      <a:lnSpc>
                        <a:spcPts val="1773"/>
                      </a:lnSpc>
                      <a:spcBef>
                        <a:spcPct val="0"/>
                      </a:spcBef>
                    </a:pPr>
                    <a:endParaRPr sz="1200"/>
                  </a:p>
                </p:txBody>
              </p:sp>
            </p:grpSp>
            <p:grpSp>
              <p:nvGrpSpPr>
                <p:cNvPr id="28" name="Group 16">
                  <a:extLst>
                    <a:ext uri="{FF2B5EF4-FFF2-40B4-BE49-F238E27FC236}">
                      <a16:creationId xmlns:a16="http://schemas.microsoft.com/office/drawing/2014/main" id="{A326BC8B-0CA7-4ADF-8742-7DDEC9C242DF}"/>
                    </a:ext>
                  </a:extLst>
                </p:cNvPr>
                <p:cNvGrpSpPr/>
                <p:nvPr/>
              </p:nvGrpSpPr>
              <p:grpSpPr>
                <a:xfrm>
                  <a:off x="0" y="526171"/>
                  <a:ext cx="16134804" cy="4259461"/>
                  <a:chOff x="0" y="-28575"/>
                  <a:chExt cx="3187122" cy="841375"/>
                </a:xfrm>
              </p:grpSpPr>
              <p:sp>
                <p:nvSpPr>
                  <p:cNvPr id="44" name="Freeform 17">
                    <a:extLst>
                      <a:ext uri="{FF2B5EF4-FFF2-40B4-BE49-F238E27FC236}">
                        <a16:creationId xmlns:a16="http://schemas.microsoft.com/office/drawing/2014/main" id="{286C8427-D34F-4AF7-91DE-99BC21EB3DBA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3187122" cy="4861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87122" h="558574">
                        <a:moveTo>
                          <a:pt x="0" y="0"/>
                        </a:moveTo>
                        <a:lnTo>
                          <a:pt x="3187122" y="0"/>
                        </a:lnTo>
                        <a:lnTo>
                          <a:pt x="3187122" y="558574"/>
                        </a:lnTo>
                        <a:lnTo>
                          <a:pt x="0" y="55857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9050">
                    <a:solidFill>
                      <a:srgbClr val="000000"/>
                    </a:solidFill>
                  </a:ln>
                </p:spPr>
              </p:sp>
              <p:sp>
                <p:nvSpPr>
                  <p:cNvPr id="45" name="TextBox 18">
                    <a:extLst>
                      <a:ext uri="{FF2B5EF4-FFF2-40B4-BE49-F238E27FC236}">
                        <a16:creationId xmlns:a16="http://schemas.microsoft.com/office/drawing/2014/main" id="{E9898C7D-4632-493C-BB39-D6BFE0623812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28575"/>
                    <a:ext cx="812800" cy="841375"/>
                  </a:xfrm>
                  <a:prstGeom prst="rect">
                    <a:avLst/>
                  </a:prstGeom>
                </p:spPr>
                <p:txBody>
                  <a:bodyPr lIns="33867" tIns="33867" rIns="33867" bIns="33867" rtlCol="0" anchor="ctr"/>
                  <a:lstStyle/>
                  <a:p>
                    <a:pPr algn="ctr">
                      <a:lnSpc>
                        <a:spcPts val="1773"/>
                      </a:lnSpc>
                      <a:spcBef>
                        <a:spcPct val="0"/>
                      </a:spcBef>
                    </a:pPr>
                    <a:endParaRPr sz="1200"/>
                  </a:p>
                </p:txBody>
              </p:sp>
            </p:grpSp>
            <p:grpSp>
              <p:nvGrpSpPr>
                <p:cNvPr id="29" name="Group 19">
                  <a:extLst>
                    <a:ext uri="{FF2B5EF4-FFF2-40B4-BE49-F238E27FC236}">
                      <a16:creationId xmlns:a16="http://schemas.microsoft.com/office/drawing/2014/main" id="{59176932-A235-4800-BDDE-11EDAC81F41F}"/>
                    </a:ext>
                  </a:extLst>
                </p:cNvPr>
                <p:cNvGrpSpPr/>
                <p:nvPr/>
              </p:nvGrpSpPr>
              <p:grpSpPr>
                <a:xfrm rot="5400000">
                  <a:off x="15900687" y="1666209"/>
                  <a:ext cx="956602" cy="837027"/>
                  <a:chOff x="0" y="0"/>
                  <a:chExt cx="812800" cy="711200"/>
                </a:xfrm>
              </p:grpSpPr>
              <p:sp>
                <p:nvSpPr>
                  <p:cNvPr id="40" name="Freeform 20">
                    <a:extLst>
                      <a:ext uri="{FF2B5EF4-FFF2-40B4-BE49-F238E27FC236}">
                        <a16:creationId xmlns:a16="http://schemas.microsoft.com/office/drawing/2014/main" id="{9B282BED-DF63-4A01-997E-FC144B4821F3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812800" cy="711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2800" h="711200">
                        <a:moveTo>
                          <a:pt x="406400" y="0"/>
                        </a:moveTo>
                        <a:lnTo>
                          <a:pt x="812800" y="711200"/>
                        </a:lnTo>
                        <a:lnTo>
                          <a:pt x="0" y="711200"/>
                        </a:lnTo>
                        <a:lnTo>
                          <a:pt x="40640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9050">
                    <a:solidFill>
                      <a:srgbClr val="000000"/>
                    </a:solidFill>
                  </a:ln>
                </p:spPr>
                <p:txBody>
                  <a:bodyPr/>
                  <a:lstStyle/>
                  <a:p>
                    <a:endParaRPr lang="zh-CN" altLang="en-US" dirty="0"/>
                  </a:p>
                </p:txBody>
              </p:sp>
              <p:sp>
                <p:nvSpPr>
                  <p:cNvPr id="41" name="TextBox 21">
                    <a:extLst>
                      <a:ext uri="{FF2B5EF4-FFF2-40B4-BE49-F238E27FC236}">
                        <a16:creationId xmlns:a16="http://schemas.microsoft.com/office/drawing/2014/main" id="{8A554DA9-6A6D-40B6-8F6A-60305B2A7C24}"/>
                      </a:ext>
                    </a:extLst>
                  </p:cNvPr>
                  <p:cNvSpPr txBox="1"/>
                  <p:nvPr/>
                </p:nvSpPr>
                <p:spPr>
                  <a:xfrm>
                    <a:off x="127000" y="301625"/>
                    <a:ext cx="558800" cy="358775"/>
                  </a:xfrm>
                  <a:prstGeom prst="rect">
                    <a:avLst/>
                  </a:prstGeom>
                </p:spPr>
                <p:txBody>
                  <a:bodyPr lIns="33867" tIns="33867" rIns="33867" bIns="33867" rtlCol="0" anchor="ctr"/>
                  <a:lstStyle/>
                  <a:p>
                    <a:pPr algn="ctr">
                      <a:lnSpc>
                        <a:spcPts val="1773"/>
                      </a:lnSpc>
                      <a:spcBef>
                        <a:spcPct val="0"/>
                      </a:spcBef>
                    </a:pPr>
                    <a:endParaRPr sz="1200"/>
                  </a:p>
                </p:txBody>
              </p:sp>
            </p:grpSp>
            <p:grpSp>
              <p:nvGrpSpPr>
                <p:cNvPr id="30" name="Group 22">
                  <a:extLst>
                    <a:ext uri="{FF2B5EF4-FFF2-40B4-BE49-F238E27FC236}">
                      <a16:creationId xmlns:a16="http://schemas.microsoft.com/office/drawing/2014/main" id="{C8EF998A-F32E-4424-A852-7585904A1F63}"/>
                    </a:ext>
                  </a:extLst>
                </p:cNvPr>
                <p:cNvGrpSpPr/>
                <p:nvPr/>
              </p:nvGrpSpPr>
              <p:grpSpPr>
                <a:xfrm>
                  <a:off x="15829201" y="1478562"/>
                  <a:ext cx="254803" cy="1212321"/>
                  <a:chOff x="0" y="0"/>
                  <a:chExt cx="50331" cy="239471"/>
                </a:xfrm>
              </p:grpSpPr>
              <p:sp>
                <p:nvSpPr>
                  <p:cNvPr id="38" name="Freeform 23">
                    <a:extLst>
                      <a:ext uri="{FF2B5EF4-FFF2-40B4-BE49-F238E27FC236}">
                        <a16:creationId xmlns:a16="http://schemas.microsoft.com/office/drawing/2014/main" id="{B57F7C6E-0464-44AE-BF5E-62E4E9B30206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50331" cy="2394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331" h="239471">
                        <a:moveTo>
                          <a:pt x="0" y="0"/>
                        </a:moveTo>
                        <a:lnTo>
                          <a:pt x="50331" y="0"/>
                        </a:lnTo>
                        <a:lnTo>
                          <a:pt x="50331" y="239471"/>
                        </a:lnTo>
                        <a:lnTo>
                          <a:pt x="0" y="23947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</p:spPr>
              </p:sp>
              <p:sp>
                <p:nvSpPr>
                  <p:cNvPr id="39" name="TextBox 24">
                    <a:extLst>
                      <a:ext uri="{FF2B5EF4-FFF2-40B4-BE49-F238E27FC236}">
                        <a16:creationId xmlns:a16="http://schemas.microsoft.com/office/drawing/2014/main" id="{020937C3-47FE-4E1A-A434-DD0251EC4C19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28575"/>
                    <a:ext cx="812800" cy="841375"/>
                  </a:xfrm>
                  <a:prstGeom prst="rect">
                    <a:avLst/>
                  </a:prstGeom>
                </p:spPr>
                <p:txBody>
                  <a:bodyPr lIns="33867" tIns="33867" rIns="33867" bIns="33867" rtlCol="0" anchor="ctr"/>
                  <a:lstStyle/>
                  <a:p>
                    <a:pPr algn="ctr">
                      <a:lnSpc>
                        <a:spcPts val="1773"/>
                      </a:lnSpc>
                    </a:pPr>
                    <a:endParaRPr sz="1200"/>
                  </a:p>
                </p:txBody>
              </p:sp>
            </p:grpSp>
            <p:grpSp>
              <p:nvGrpSpPr>
                <p:cNvPr id="33" name="Group 26">
                  <a:extLst>
                    <a:ext uri="{FF2B5EF4-FFF2-40B4-BE49-F238E27FC236}">
                      <a16:creationId xmlns:a16="http://schemas.microsoft.com/office/drawing/2014/main" id="{3B7A2578-178D-42D5-9B48-8D86EFF8E11A}"/>
                    </a:ext>
                  </a:extLst>
                </p:cNvPr>
                <p:cNvGrpSpPr/>
                <p:nvPr/>
              </p:nvGrpSpPr>
              <p:grpSpPr>
                <a:xfrm>
                  <a:off x="5826380" y="0"/>
                  <a:ext cx="4482044" cy="1033652"/>
                  <a:chOff x="0" y="0"/>
                  <a:chExt cx="740817" cy="170848"/>
                </a:xfrm>
              </p:grpSpPr>
              <p:sp>
                <p:nvSpPr>
                  <p:cNvPr id="36" name="Freeform 27">
                    <a:extLst>
                      <a:ext uri="{FF2B5EF4-FFF2-40B4-BE49-F238E27FC236}">
                        <a16:creationId xmlns:a16="http://schemas.microsoft.com/office/drawing/2014/main" id="{1EB21E4B-EADA-4462-B134-9FBC03EB687D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740817" cy="1708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0817" h="170848">
                        <a:moveTo>
                          <a:pt x="0" y="0"/>
                        </a:moveTo>
                        <a:lnTo>
                          <a:pt x="740817" y="0"/>
                        </a:lnTo>
                        <a:lnTo>
                          <a:pt x="740817" y="170848"/>
                        </a:lnTo>
                        <a:lnTo>
                          <a:pt x="0" y="170848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40000"/>
                      <a:lumOff val="60000"/>
                    </a:schemeClr>
                  </a:solidFill>
                  <a:ln w="19050">
                    <a:solidFill>
                      <a:srgbClr val="000000"/>
                    </a:solidFill>
                  </a:ln>
                </p:spPr>
              </p:sp>
              <p:sp>
                <p:nvSpPr>
                  <p:cNvPr id="37" name="TextBox 28">
                    <a:extLst>
                      <a:ext uri="{FF2B5EF4-FFF2-40B4-BE49-F238E27FC236}">
                        <a16:creationId xmlns:a16="http://schemas.microsoft.com/office/drawing/2014/main" id="{302D1C48-5435-4F93-AB1D-2001157D7A49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28575"/>
                    <a:ext cx="812800" cy="841375"/>
                  </a:xfrm>
                  <a:prstGeom prst="rect">
                    <a:avLst/>
                  </a:prstGeom>
                </p:spPr>
                <p:txBody>
                  <a:bodyPr lIns="33867" tIns="33867" rIns="33867" bIns="33867" rtlCol="0" anchor="ctr"/>
                  <a:lstStyle/>
                  <a:p>
                    <a:pPr algn="ctr">
                      <a:lnSpc>
                        <a:spcPts val="1773"/>
                      </a:lnSpc>
                    </a:pPr>
                    <a:endParaRPr sz="1200"/>
                  </a:p>
                </p:txBody>
              </p:sp>
            </p:grpSp>
            <p:sp>
              <p:nvSpPr>
                <p:cNvPr id="35" name="TextBox 29">
                  <a:extLst>
                    <a:ext uri="{FF2B5EF4-FFF2-40B4-BE49-F238E27FC236}">
                      <a16:creationId xmlns:a16="http://schemas.microsoft.com/office/drawing/2014/main" id="{094CA177-EB5B-4F1F-B80A-EDF329117D76}"/>
                    </a:ext>
                  </a:extLst>
                </p:cNvPr>
                <p:cNvSpPr txBox="1"/>
                <p:nvPr/>
              </p:nvSpPr>
              <p:spPr>
                <a:xfrm>
                  <a:off x="5939710" y="139214"/>
                  <a:ext cx="4255382" cy="723148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2987"/>
                    </a:lnSpc>
                  </a:pPr>
                  <a:endParaRPr lang="en-US" sz="2133" spc="181" dirty="0">
                    <a:solidFill>
                      <a:srgbClr val="000000"/>
                    </a:solidFill>
                    <a:ea typeface="字由点字典黑 75J"/>
                  </a:endParaRPr>
                </a:p>
              </p:txBody>
            </p:sp>
          </p:grpSp>
          <p:sp>
            <p:nvSpPr>
              <p:cNvPr id="69" name="TextBox 47">
                <a:extLst>
                  <a:ext uri="{FF2B5EF4-FFF2-40B4-BE49-F238E27FC236}">
                    <a16:creationId xmlns:a16="http://schemas.microsoft.com/office/drawing/2014/main" id="{3E8F6349-90F7-418C-8193-B473FE8F57F9}"/>
                  </a:ext>
                </a:extLst>
              </p:cNvPr>
              <p:cNvSpPr txBox="1"/>
              <p:nvPr/>
            </p:nvSpPr>
            <p:spPr>
              <a:xfrm>
                <a:off x="3933410" y="1677992"/>
                <a:ext cx="2127691" cy="41039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987"/>
                  </a:lnSpc>
                </a:pPr>
                <a:r>
                  <a:rPr lang="zh-CN" altLang="en-US" sz="2400" b="1" dirty="0">
                    <a:ln w="6600">
                      <a:solidFill>
                        <a:srgbClr val="003F88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请输入关键词</a:t>
                </a:r>
                <a:endParaRPr lang="en-US" sz="2400" b="1" dirty="0">
                  <a:ln w="6600">
                    <a:solidFill>
                      <a:srgbClr val="003F88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C80F86B2-028C-4BCD-9595-24FAB371999C}"/>
                </a:ext>
              </a:extLst>
            </p:cNvPr>
            <p:cNvSpPr txBox="1"/>
            <p:nvPr/>
          </p:nvSpPr>
          <p:spPr>
            <a:xfrm>
              <a:off x="819482" y="1851086"/>
              <a:ext cx="78816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/>
                <a:t>请输入内容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F3281B7-A15C-43F5-BCC0-1D0A634267EA}"/>
              </a:ext>
            </a:extLst>
          </p:cNvPr>
          <p:cNvGrpSpPr/>
          <p:nvPr/>
        </p:nvGrpSpPr>
        <p:grpSpPr>
          <a:xfrm>
            <a:off x="1516673" y="3048759"/>
            <a:ext cx="8517600" cy="2545213"/>
            <a:chOff x="2570079" y="3736031"/>
            <a:chExt cx="8517600" cy="2545213"/>
          </a:xfrm>
        </p:grpSpPr>
        <p:grpSp>
          <p:nvGrpSpPr>
            <p:cNvPr id="48" name="Group 30">
              <a:extLst>
                <a:ext uri="{FF2B5EF4-FFF2-40B4-BE49-F238E27FC236}">
                  <a16:creationId xmlns:a16="http://schemas.microsoft.com/office/drawing/2014/main" id="{E485C8E6-80E8-4B4D-91AD-2548B4C6D9D2}"/>
                </a:ext>
              </a:extLst>
            </p:cNvPr>
            <p:cNvGrpSpPr/>
            <p:nvPr/>
          </p:nvGrpSpPr>
          <p:grpSpPr>
            <a:xfrm>
              <a:off x="2570079" y="3736031"/>
              <a:ext cx="8487906" cy="2545213"/>
              <a:chOff x="-1" y="-172882"/>
              <a:chExt cx="16975811" cy="5090425"/>
            </a:xfrm>
          </p:grpSpPr>
          <p:grpSp>
            <p:nvGrpSpPr>
              <p:cNvPr id="49" name="Group 31">
                <a:extLst>
                  <a:ext uri="{FF2B5EF4-FFF2-40B4-BE49-F238E27FC236}">
                    <a16:creationId xmlns:a16="http://schemas.microsoft.com/office/drawing/2014/main" id="{1690146D-F0E4-4953-A655-4EA8EE3E094F}"/>
                  </a:ext>
                </a:extLst>
              </p:cNvPr>
              <p:cNvGrpSpPr/>
              <p:nvPr/>
            </p:nvGrpSpPr>
            <p:grpSpPr>
              <a:xfrm>
                <a:off x="900395" y="516826"/>
                <a:ext cx="16075415" cy="2827781"/>
                <a:chOff x="0" y="0"/>
                <a:chExt cx="3175391" cy="558574"/>
              </a:xfrm>
            </p:grpSpPr>
            <p:sp>
              <p:nvSpPr>
                <p:cNvPr id="64" name="Freeform 32">
                  <a:extLst>
                    <a:ext uri="{FF2B5EF4-FFF2-40B4-BE49-F238E27FC236}">
                      <a16:creationId xmlns:a16="http://schemas.microsoft.com/office/drawing/2014/main" id="{2CE2CDBD-BD61-4684-BB46-DA968D35DE6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3175391" cy="5585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391" h="558574">
                      <a:moveTo>
                        <a:pt x="0" y="0"/>
                      </a:moveTo>
                      <a:lnTo>
                        <a:pt x="3175391" y="0"/>
                      </a:lnTo>
                      <a:lnTo>
                        <a:pt x="3175391" y="558574"/>
                      </a:lnTo>
                      <a:lnTo>
                        <a:pt x="0" y="558574"/>
                      </a:lnTo>
                      <a:close/>
                    </a:path>
                  </a:pathLst>
                </a:custGeom>
                <a:solidFill>
                  <a:schemeClr val="accent5">
                    <a:lumMod val="40000"/>
                    <a:lumOff val="60000"/>
                  </a:schemeClr>
                </a:solidFill>
                <a:ln w="38100">
                  <a:noFill/>
                </a:ln>
              </p:spPr>
            </p:sp>
            <p:sp>
              <p:nvSpPr>
                <p:cNvPr id="65" name="TextBox 33">
                  <a:extLst>
                    <a:ext uri="{FF2B5EF4-FFF2-40B4-BE49-F238E27FC236}">
                      <a16:creationId xmlns:a16="http://schemas.microsoft.com/office/drawing/2014/main" id="{BFD1D9CA-D88F-46AE-B903-ADD8395E6558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812800" cy="841375"/>
                </a:xfrm>
                <a:prstGeom prst="rect">
                  <a:avLst/>
                </a:prstGeom>
              </p:spPr>
              <p:txBody>
                <a:bodyPr lIns="33867" tIns="33867" rIns="33867" bIns="33867" rtlCol="0" anchor="ctr"/>
                <a:lstStyle/>
                <a:p>
                  <a:pPr algn="ctr">
                    <a:lnSpc>
                      <a:spcPts val="1773"/>
                    </a:lnSpc>
                    <a:spcBef>
                      <a:spcPct val="0"/>
                    </a:spcBef>
                  </a:pPr>
                  <a:endParaRPr sz="1200"/>
                </a:p>
              </p:txBody>
            </p:sp>
          </p:grpSp>
          <p:grpSp>
            <p:nvGrpSpPr>
              <p:cNvPr id="50" name="Group 34">
                <a:extLst>
                  <a:ext uri="{FF2B5EF4-FFF2-40B4-BE49-F238E27FC236}">
                    <a16:creationId xmlns:a16="http://schemas.microsoft.com/office/drawing/2014/main" id="{FE29181C-5EEC-41A1-BD9F-8DB98E82141E}"/>
                  </a:ext>
                </a:extLst>
              </p:cNvPr>
              <p:cNvGrpSpPr/>
              <p:nvPr/>
            </p:nvGrpSpPr>
            <p:grpSpPr>
              <a:xfrm>
                <a:off x="675159" y="670832"/>
                <a:ext cx="16134804" cy="2827781"/>
                <a:chOff x="0" y="0"/>
                <a:chExt cx="3187122" cy="558574"/>
              </a:xfrm>
            </p:grpSpPr>
            <p:sp>
              <p:nvSpPr>
                <p:cNvPr id="62" name="Freeform 35">
                  <a:extLst>
                    <a:ext uri="{FF2B5EF4-FFF2-40B4-BE49-F238E27FC236}">
                      <a16:creationId xmlns:a16="http://schemas.microsoft.com/office/drawing/2014/main" id="{081FC2CE-EB00-4C6D-8AF6-E23065165B4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3187122" cy="5585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7122" h="558574">
                      <a:moveTo>
                        <a:pt x="0" y="0"/>
                      </a:moveTo>
                      <a:lnTo>
                        <a:pt x="3187122" y="0"/>
                      </a:lnTo>
                      <a:lnTo>
                        <a:pt x="3187122" y="558574"/>
                      </a:lnTo>
                      <a:lnTo>
                        <a:pt x="0" y="55857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9050">
                  <a:solidFill>
                    <a:srgbClr val="000000"/>
                  </a:solidFill>
                </a:ln>
              </p:spPr>
            </p:sp>
            <p:sp>
              <p:nvSpPr>
                <p:cNvPr id="63" name="TextBox 36">
                  <a:extLst>
                    <a:ext uri="{FF2B5EF4-FFF2-40B4-BE49-F238E27FC236}">
                      <a16:creationId xmlns:a16="http://schemas.microsoft.com/office/drawing/2014/main" id="{D91C2094-7455-4862-B3C9-B815D6B60B8A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812800" cy="841375"/>
                </a:xfrm>
                <a:prstGeom prst="rect">
                  <a:avLst/>
                </a:prstGeom>
              </p:spPr>
              <p:txBody>
                <a:bodyPr lIns="33867" tIns="33867" rIns="33867" bIns="33867" rtlCol="0" anchor="ctr"/>
                <a:lstStyle/>
                <a:p>
                  <a:pPr algn="ctr">
                    <a:lnSpc>
                      <a:spcPts val="1773"/>
                    </a:lnSpc>
                    <a:spcBef>
                      <a:spcPct val="0"/>
                    </a:spcBef>
                  </a:pPr>
                  <a:endParaRPr sz="1200"/>
                </a:p>
              </p:txBody>
            </p:sp>
          </p:grpSp>
          <p:grpSp>
            <p:nvGrpSpPr>
              <p:cNvPr id="51" name="Group 37">
                <a:extLst>
                  <a:ext uri="{FF2B5EF4-FFF2-40B4-BE49-F238E27FC236}">
                    <a16:creationId xmlns:a16="http://schemas.microsoft.com/office/drawing/2014/main" id="{71669706-107B-42F4-9401-12EE20914287}"/>
                  </a:ext>
                </a:extLst>
              </p:cNvPr>
              <p:cNvGrpSpPr/>
              <p:nvPr/>
            </p:nvGrpSpPr>
            <p:grpSpPr>
              <a:xfrm rot="-5400000">
                <a:off x="-59788" y="1666209"/>
                <a:ext cx="956602" cy="837027"/>
                <a:chOff x="0" y="0"/>
                <a:chExt cx="812800" cy="711200"/>
              </a:xfrm>
            </p:grpSpPr>
            <p:sp>
              <p:nvSpPr>
                <p:cNvPr id="60" name="Freeform 38">
                  <a:extLst>
                    <a:ext uri="{FF2B5EF4-FFF2-40B4-BE49-F238E27FC236}">
                      <a16:creationId xmlns:a16="http://schemas.microsoft.com/office/drawing/2014/main" id="{C58C23D0-7412-4D7F-B0AE-FFBB7AEA5E8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71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711200">
                      <a:moveTo>
                        <a:pt x="406400" y="0"/>
                      </a:moveTo>
                      <a:lnTo>
                        <a:pt x="812800" y="711200"/>
                      </a:lnTo>
                      <a:lnTo>
                        <a:pt x="0" y="711200"/>
                      </a:lnTo>
                      <a:lnTo>
                        <a:pt x="40640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9050">
                  <a:solidFill>
                    <a:srgbClr val="000000"/>
                  </a:solidFill>
                </a:ln>
              </p:spPr>
            </p:sp>
            <p:sp>
              <p:nvSpPr>
                <p:cNvPr id="61" name="TextBox 39">
                  <a:extLst>
                    <a:ext uri="{FF2B5EF4-FFF2-40B4-BE49-F238E27FC236}">
                      <a16:creationId xmlns:a16="http://schemas.microsoft.com/office/drawing/2014/main" id="{E8A973E1-4258-4F16-AA3A-25D1F3DFF979}"/>
                    </a:ext>
                  </a:extLst>
                </p:cNvPr>
                <p:cNvSpPr txBox="1"/>
                <p:nvPr/>
              </p:nvSpPr>
              <p:spPr>
                <a:xfrm>
                  <a:off x="127000" y="301625"/>
                  <a:ext cx="558800" cy="358775"/>
                </a:xfrm>
                <a:prstGeom prst="rect">
                  <a:avLst/>
                </a:prstGeom>
              </p:spPr>
              <p:txBody>
                <a:bodyPr lIns="33867" tIns="33867" rIns="33867" bIns="33867" rtlCol="0" anchor="ctr"/>
                <a:lstStyle/>
                <a:p>
                  <a:pPr algn="ctr">
                    <a:lnSpc>
                      <a:spcPts val="1773"/>
                    </a:lnSpc>
                    <a:spcBef>
                      <a:spcPct val="0"/>
                    </a:spcBef>
                  </a:pPr>
                  <a:endParaRPr sz="1200"/>
                </a:p>
              </p:txBody>
            </p:sp>
          </p:grpSp>
          <p:grpSp>
            <p:nvGrpSpPr>
              <p:cNvPr id="52" name="Group 40">
                <a:extLst>
                  <a:ext uri="{FF2B5EF4-FFF2-40B4-BE49-F238E27FC236}">
                    <a16:creationId xmlns:a16="http://schemas.microsoft.com/office/drawing/2014/main" id="{CD8E0457-5EED-4F0C-BE33-65F0A13FFC4B}"/>
                  </a:ext>
                </a:extLst>
              </p:cNvPr>
              <p:cNvGrpSpPr/>
              <p:nvPr/>
            </p:nvGrpSpPr>
            <p:grpSpPr>
              <a:xfrm rot="-10800000">
                <a:off x="713498" y="1478562"/>
                <a:ext cx="254803" cy="1212321"/>
                <a:chOff x="0" y="0"/>
                <a:chExt cx="50331" cy="239471"/>
              </a:xfrm>
            </p:grpSpPr>
            <p:sp>
              <p:nvSpPr>
                <p:cNvPr id="58" name="Freeform 41">
                  <a:extLst>
                    <a:ext uri="{FF2B5EF4-FFF2-40B4-BE49-F238E27FC236}">
                      <a16:creationId xmlns:a16="http://schemas.microsoft.com/office/drawing/2014/main" id="{3C0B208F-B5AF-4DA5-BD09-88F69E438CC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0331" cy="2394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331" h="239471">
                      <a:moveTo>
                        <a:pt x="0" y="0"/>
                      </a:moveTo>
                      <a:lnTo>
                        <a:pt x="50331" y="0"/>
                      </a:lnTo>
                      <a:lnTo>
                        <a:pt x="50331" y="239471"/>
                      </a:lnTo>
                      <a:lnTo>
                        <a:pt x="0" y="2394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</p:sp>
            <p:sp>
              <p:nvSpPr>
                <p:cNvPr id="59" name="TextBox 42">
                  <a:extLst>
                    <a:ext uri="{FF2B5EF4-FFF2-40B4-BE49-F238E27FC236}">
                      <a16:creationId xmlns:a16="http://schemas.microsoft.com/office/drawing/2014/main" id="{75D2B3BE-D3A0-4465-B393-C9E3497D8FE9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812800" cy="841375"/>
                </a:xfrm>
                <a:prstGeom prst="rect">
                  <a:avLst/>
                </a:prstGeom>
              </p:spPr>
              <p:txBody>
                <a:bodyPr lIns="33867" tIns="33867" rIns="33867" bIns="33867" rtlCol="0" anchor="ctr"/>
                <a:lstStyle/>
                <a:p>
                  <a:pPr algn="ctr">
                    <a:lnSpc>
                      <a:spcPts val="1773"/>
                    </a:lnSpc>
                  </a:pPr>
                  <a:endParaRPr sz="1200"/>
                </a:p>
              </p:txBody>
            </p:sp>
          </p:grpSp>
          <p:grpSp>
            <p:nvGrpSpPr>
              <p:cNvPr id="54" name="Group 44">
                <a:extLst>
                  <a:ext uri="{FF2B5EF4-FFF2-40B4-BE49-F238E27FC236}">
                    <a16:creationId xmlns:a16="http://schemas.microsoft.com/office/drawing/2014/main" id="{729C1E29-4603-485F-8B60-94CC7A432D2A}"/>
                  </a:ext>
                </a:extLst>
              </p:cNvPr>
              <p:cNvGrpSpPr/>
              <p:nvPr/>
            </p:nvGrpSpPr>
            <p:grpSpPr>
              <a:xfrm>
                <a:off x="6501539" y="-172882"/>
                <a:ext cx="4917551" cy="5090425"/>
                <a:chOff x="0" y="-28575"/>
                <a:chExt cx="812800" cy="841375"/>
              </a:xfrm>
            </p:grpSpPr>
            <p:sp>
              <p:nvSpPr>
                <p:cNvPr id="56" name="Freeform 45">
                  <a:extLst>
                    <a:ext uri="{FF2B5EF4-FFF2-40B4-BE49-F238E27FC236}">
                      <a16:creationId xmlns:a16="http://schemas.microsoft.com/office/drawing/2014/main" id="{EDF4B76B-88B6-4800-B62B-7D6ED040B460}"/>
                    </a:ext>
                  </a:extLst>
                </p:cNvPr>
                <p:cNvSpPr/>
                <p:nvPr/>
              </p:nvSpPr>
              <p:spPr>
                <a:xfrm>
                  <a:off x="2010" y="-11487"/>
                  <a:ext cx="740817" cy="1708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817" h="170848">
                      <a:moveTo>
                        <a:pt x="0" y="0"/>
                      </a:moveTo>
                      <a:lnTo>
                        <a:pt x="740817" y="0"/>
                      </a:lnTo>
                      <a:lnTo>
                        <a:pt x="740817" y="170848"/>
                      </a:lnTo>
                      <a:lnTo>
                        <a:pt x="0" y="17084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19050">
                  <a:solidFill>
                    <a:srgbClr val="000000"/>
                  </a:solidFill>
                </a:ln>
              </p:spPr>
            </p:sp>
            <p:sp>
              <p:nvSpPr>
                <p:cNvPr id="57" name="TextBox 46">
                  <a:extLst>
                    <a:ext uri="{FF2B5EF4-FFF2-40B4-BE49-F238E27FC236}">
                      <a16:creationId xmlns:a16="http://schemas.microsoft.com/office/drawing/2014/main" id="{B817E61C-5A17-483A-894A-10863D073406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812800" cy="841375"/>
                </a:xfrm>
                <a:prstGeom prst="rect">
                  <a:avLst/>
                </a:prstGeom>
              </p:spPr>
              <p:txBody>
                <a:bodyPr lIns="33867" tIns="33867" rIns="33867" bIns="33867" rtlCol="0" anchor="ctr"/>
                <a:lstStyle/>
                <a:p>
                  <a:pPr algn="ctr">
                    <a:lnSpc>
                      <a:spcPts val="1773"/>
                    </a:lnSpc>
                  </a:pPr>
                  <a:endParaRPr sz="1200"/>
                </a:p>
              </p:txBody>
            </p:sp>
          </p:grpSp>
          <p:sp>
            <p:nvSpPr>
              <p:cNvPr id="55" name="TextBox 47">
                <a:extLst>
                  <a:ext uri="{FF2B5EF4-FFF2-40B4-BE49-F238E27FC236}">
                    <a16:creationId xmlns:a16="http://schemas.microsoft.com/office/drawing/2014/main" id="{BDAE8EEE-824D-4A32-A144-1E42A25C9E38}"/>
                  </a:ext>
                </a:extLst>
              </p:cNvPr>
              <p:cNvSpPr txBox="1"/>
              <p:nvPr/>
            </p:nvSpPr>
            <p:spPr>
              <a:xfrm>
                <a:off x="6632979" y="102754"/>
                <a:ext cx="4255382" cy="72314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987"/>
                  </a:lnSpc>
                </a:pPr>
                <a:r>
                  <a:rPr lang="zh-CN" altLang="en-US" sz="2400" b="1" dirty="0">
                    <a:ln w="6600">
                      <a:solidFill>
                        <a:srgbClr val="003F88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请输入关键词</a:t>
                </a:r>
                <a:endParaRPr lang="en-US" sz="2400" b="1" dirty="0">
                  <a:ln w="6600">
                    <a:solidFill>
                      <a:srgbClr val="003F88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09257F08-7D0C-4E8C-AA5F-C151340C0673}"/>
                </a:ext>
              </a:extLst>
            </p:cNvPr>
            <p:cNvSpPr txBox="1"/>
            <p:nvPr/>
          </p:nvSpPr>
          <p:spPr>
            <a:xfrm>
              <a:off x="3199932" y="4708404"/>
              <a:ext cx="78877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/>
                <a:t>请输入内容</a:t>
              </a:r>
              <a:endParaRPr lang="zh-CN" altLang="en-US" sz="2400" dirty="0"/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8E4FD494-0A12-4E10-ABBA-345D356EF968}"/>
              </a:ext>
            </a:extLst>
          </p:cNvPr>
          <p:cNvGrpSpPr/>
          <p:nvPr/>
        </p:nvGrpSpPr>
        <p:grpSpPr>
          <a:xfrm>
            <a:off x="2882953" y="4738771"/>
            <a:ext cx="9972020" cy="3046088"/>
            <a:chOff x="515308" y="974930"/>
            <a:chExt cx="9972020" cy="3046088"/>
          </a:xfrm>
        </p:grpSpPr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1DE0E2BA-3958-4FD3-8A79-079C5F90207B}"/>
                </a:ext>
              </a:extLst>
            </p:cNvPr>
            <p:cNvGrpSpPr/>
            <p:nvPr/>
          </p:nvGrpSpPr>
          <p:grpSpPr>
            <a:xfrm>
              <a:off x="515308" y="974930"/>
              <a:ext cx="9972020" cy="3046088"/>
              <a:chOff x="964228" y="1558815"/>
              <a:chExt cx="9972020" cy="3455546"/>
            </a:xfrm>
          </p:grpSpPr>
          <p:grpSp>
            <p:nvGrpSpPr>
              <p:cNvPr id="94" name="Group 12">
                <a:extLst>
                  <a:ext uri="{FF2B5EF4-FFF2-40B4-BE49-F238E27FC236}">
                    <a16:creationId xmlns:a16="http://schemas.microsoft.com/office/drawing/2014/main" id="{E859787F-F602-4AEE-89C5-17D944A38EFA}"/>
                  </a:ext>
                </a:extLst>
              </p:cNvPr>
              <p:cNvGrpSpPr/>
              <p:nvPr/>
            </p:nvGrpSpPr>
            <p:grpSpPr>
              <a:xfrm>
                <a:off x="964228" y="1558815"/>
                <a:ext cx="9972020" cy="3455546"/>
                <a:chOff x="0" y="0"/>
                <a:chExt cx="19944038" cy="5593359"/>
              </a:xfrm>
            </p:grpSpPr>
            <p:grpSp>
              <p:nvGrpSpPr>
                <p:cNvPr id="96" name="Group 13">
                  <a:extLst>
                    <a:ext uri="{FF2B5EF4-FFF2-40B4-BE49-F238E27FC236}">
                      <a16:creationId xmlns:a16="http://schemas.microsoft.com/office/drawing/2014/main" id="{CD431DDB-AB79-456D-AF39-0E993143D8DE}"/>
                    </a:ext>
                  </a:extLst>
                </p:cNvPr>
                <p:cNvGrpSpPr/>
                <p:nvPr/>
              </p:nvGrpSpPr>
              <p:grpSpPr>
                <a:xfrm>
                  <a:off x="225237" y="372165"/>
                  <a:ext cx="16075415" cy="4259461"/>
                  <a:chOff x="0" y="-28575"/>
                  <a:chExt cx="3175391" cy="841375"/>
                </a:xfrm>
              </p:grpSpPr>
              <p:sp>
                <p:nvSpPr>
                  <p:cNvPr id="110" name="Freeform 14">
                    <a:extLst>
                      <a:ext uri="{FF2B5EF4-FFF2-40B4-BE49-F238E27FC236}">
                        <a16:creationId xmlns:a16="http://schemas.microsoft.com/office/drawing/2014/main" id="{8C087344-CF2E-4D38-8FA5-4581B82CC605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3175391" cy="3859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75391" h="558574">
                        <a:moveTo>
                          <a:pt x="0" y="0"/>
                        </a:moveTo>
                        <a:lnTo>
                          <a:pt x="3175391" y="0"/>
                        </a:lnTo>
                        <a:lnTo>
                          <a:pt x="3175391" y="558574"/>
                        </a:lnTo>
                        <a:lnTo>
                          <a:pt x="0" y="558574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 w="38100">
                    <a:noFill/>
                  </a:ln>
                </p:spPr>
              </p:sp>
              <p:sp>
                <p:nvSpPr>
                  <p:cNvPr id="111" name="TextBox 15">
                    <a:extLst>
                      <a:ext uri="{FF2B5EF4-FFF2-40B4-BE49-F238E27FC236}">
                        <a16:creationId xmlns:a16="http://schemas.microsoft.com/office/drawing/2014/main" id="{F4001985-2598-4A6F-A85B-F7D2FBCFD894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28575"/>
                    <a:ext cx="812800" cy="841375"/>
                  </a:xfrm>
                  <a:prstGeom prst="rect">
                    <a:avLst/>
                  </a:prstGeom>
                </p:spPr>
                <p:txBody>
                  <a:bodyPr lIns="33867" tIns="33867" rIns="33867" bIns="33867" rtlCol="0" anchor="ctr"/>
                  <a:lstStyle/>
                  <a:p>
                    <a:pPr algn="ctr">
                      <a:lnSpc>
                        <a:spcPts val="1773"/>
                      </a:lnSpc>
                      <a:spcBef>
                        <a:spcPct val="0"/>
                      </a:spcBef>
                    </a:pPr>
                    <a:endParaRPr sz="1200"/>
                  </a:p>
                </p:txBody>
              </p:sp>
            </p:grpSp>
            <p:grpSp>
              <p:nvGrpSpPr>
                <p:cNvPr id="97" name="Group 16">
                  <a:extLst>
                    <a:ext uri="{FF2B5EF4-FFF2-40B4-BE49-F238E27FC236}">
                      <a16:creationId xmlns:a16="http://schemas.microsoft.com/office/drawing/2014/main" id="{E3789C9C-C43F-4040-A3B9-E3816066EFFA}"/>
                    </a:ext>
                  </a:extLst>
                </p:cNvPr>
                <p:cNvGrpSpPr/>
                <p:nvPr/>
              </p:nvGrpSpPr>
              <p:grpSpPr>
                <a:xfrm>
                  <a:off x="0" y="526171"/>
                  <a:ext cx="16134804" cy="4259461"/>
                  <a:chOff x="0" y="-28575"/>
                  <a:chExt cx="3187122" cy="841375"/>
                </a:xfrm>
              </p:grpSpPr>
              <p:sp>
                <p:nvSpPr>
                  <p:cNvPr id="108" name="Freeform 17">
                    <a:extLst>
                      <a:ext uri="{FF2B5EF4-FFF2-40B4-BE49-F238E27FC236}">
                        <a16:creationId xmlns:a16="http://schemas.microsoft.com/office/drawing/2014/main" id="{E5E5F5BD-95B1-4EE2-8B89-B5AD5CAE8E7E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3187122" cy="3859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87122" h="558574">
                        <a:moveTo>
                          <a:pt x="0" y="0"/>
                        </a:moveTo>
                        <a:lnTo>
                          <a:pt x="3187122" y="0"/>
                        </a:lnTo>
                        <a:lnTo>
                          <a:pt x="3187122" y="558574"/>
                        </a:lnTo>
                        <a:lnTo>
                          <a:pt x="0" y="55857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9050">
                    <a:solidFill>
                      <a:srgbClr val="000000"/>
                    </a:solidFill>
                  </a:ln>
                </p:spPr>
              </p:sp>
              <p:sp>
                <p:nvSpPr>
                  <p:cNvPr id="109" name="TextBox 18">
                    <a:extLst>
                      <a:ext uri="{FF2B5EF4-FFF2-40B4-BE49-F238E27FC236}">
                        <a16:creationId xmlns:a16="http://schemas.microsoft.com/office/drawing/2014/main" id="{3688E844-E2F1-41DF-8771-23081CE764EE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28575"/>
                    <a:ext cx="812800" cy="841375"/>
                  </a:xfrm>
                  <a:prstGeom prst="rect">
                    <a:avLst/>
                  </a:prstGeom>
                </p:spPr>
                <p:txBody>
                  <a:bodyPr lIns="33867" tIns="33867" rIns="33867" bIns="33867" rtlCol="0" anchor="ctr"/>
                  <a:lstStyle/>
                  <a:p>
                    <a:pPr algn="ctr">
                      <a:lnSpc>
                        <a:spcPts val="1773"/>
                      </a:lnSpc>
                      <a:spcBef>
                        <a:spcPct val="0"/>
                      </a:spcBef>
                    </a:pPr>
                    <a:endParaRPr sz="1200"/>
                  </a:p>
                </p:txBody>
              </p:sp>
            </p:grpSp>
            <p:sp>
              <p:nvSpPr>
                <p:cNvPr id="106" name="Freeform 20">
                  <a:extLst>
                    <a:ext uri="{FF2B5EF4-FFF2-40B4-BE49-F238E27FC236}">
                      <a16:creationId xmlns:a16="http://schemas.microsoft.com/office/drawing/2014/main" id="{ECCE5912-8B34-4EB0-9BD4-45FBA4514570}"/>
                    </a:ext>
                  </a:extLst>
                </p:cNvPr>
                <p:cNvSpPr/>
                <p:nvPr/>
              </p:nvSpPr>
              <p:spPr>
                <a:xfrm rot="5400000">
                  <a:off x="15883577" y="1365514"/>
                  <a:ext cx="956602" cy="837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711200">
                      <a:moveTo>
                        <a:pt x="406400" y="0"/>
                      </a:moveTo>
                      <a:lnTo>
                        <a:pt x="812800" y="711200"/>
                      </a:lnTo>
                      <a:lnTo>
                        <a:pt x="0" y="711200"/>
                      </a:lnTo>
                      <a:lnTo>
                        <a:pt x="40640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905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zh-CN" altLang="en-US" dirty="0"/>
                </a:p>
              </p:txBody>
            </p:sp>
            <p:grpSp>
              <p:nvGrpSpPr>
                <p:cNvPr id="99" name="Group 22">
                  <a:extLst>
                    <a:ext uri="{FF2B5EF4-FFF2-40B4-BE49-F238E27FC236}">
                      <a16:creationId xmlns:a16="http://schemas.microsoft.com/office/drawing/2014/main" id="{86663041-6079-4397-8886-480CB7132BBB}"/>
                    </a:ext>
                  </a:extLst>
                </p:cNvPr>
                <p:cNvGrpSpPr/>
                <p:nvPr/>
              </p:nvGrpSpPr>
              <p:grpSpPr>
                <a:xfrm>
                  <a:off x="15829201" y="1206286"/>
                  <a:ext cx="4114837" cy="4387073"/>
                  <a:chOff x="0" y="-53783"/>
                  <a:chExt cx="812800" cy="866583"/>
                </a:xfrm>
              </p:grpSpPr>
              <p:sp>
                <p:nvSpPr>
                  <p:cNvPr id="104" name="Freeform 23">
                    <a:extLst>
                      <a:ext uri="{FF2B5EF4-FFF2-40B4-BE49-F238E27FC236}">
                        <a16:creationId xmlns:a16="http://schemas.microsoft.com/office/drawing/2014/main" id="{D80C3CF3-F922-4D45-A886-1AAFC286DE93}"/>
                      </a:ext>
                    </a:extLst>
                  </p:cNvPr>
                  <p:cNvSpPr/>
                  <p:nvPr/>
                </p:nvSpPr>
                <p:spPr>
                  <a:xfrm>
                    <a:off x="1249" y="-53783"/>
                    <a:ext cx="50331" cy="2394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331" h="239471">
                        <a:moveTo>
                          <a:pt x="0" y="0"/>
                        </a:moveTo>
                        <a:lnTo>
                          <a:pt x="50331" y="0"/>
                        </a:lnTo>
                        <a:lnTo>
                          <a:pt x="50331" y="239471"/>
                        </a:lnTo>
                        <a:lnTo>
                          <a:pt x="0" y="23947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</p:spPr>
              </p:sp>
              <p:sp>
                <p:nvSpPr>
                  <p:cNvPr id="105" name="TextBox 24">
                    <a:extLst>
                      <a:ext uri="{FF2B5EF4-FFF2-40B4-BE49-F238E27FC236}">
                        <a16:creationId xmlns:a16="http://schemas.microsoft.com/office/drawing/2014/main" id="{F0839EDC-07C6-438C-A6C2-E426062903FE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28575"/>
                    <a:ext cx="812800" cy="841375"/>
                  </a:xfrm>
                  <a:prstGeom prst="rect">
                    <a:avLst/>
                  </a:prstGeom>
                </p:spPr>
                <p:txBody>
                  <a:bodyPr lIns="33867" tIns="33867" rIns="33867" bIns="33867" rtlCol="0" anchor="ctr"/>
                  <a:lstStyle/>
                  <a:p>
                    <a:pPr algn="ctr">
                      <a:lnSpc>
                        <a:spcPts val="1773"/>
                      </a:lnSpc>
                    </a:pPr>
                    <a:endParaRPr sz="1200"/>
                  </a:p>
                </p:txBody>
              </p:sp>
            </p:grpSp>
            <p:grpSp>
              <p:nvGrpSpPr>
                <p:cNvPr id="100" name="Group 26">
                  <a:extLst>
                    <a:ext uri="{FF2B5EF4-FFF2-40B4-BE49-F238E27FC236}">
                      <a16:creationId xmlns:a16="http://schemas.microsoft.com/office/drawing/2014/main" id="{0BFE598E-5107-4502-A2D8-326B353C8BDF}"/>
                    </a:ext>
                  </a:extLst>
                </p:cNvPr>
                <p:cNvGrpSpPr/>
                <p:nvPr/>
              </p:nvGrpSpPr>
              <p:grpSpPr>
                <a:xfrm>
                  <a:off x="5826380" y="0"/>
                  <a:ext cx="4482044" cy="1033652"/>
                  <a:chOff x="0" y="0"/>
                  <a:chExt cx="740817" cy="170848"/>
                </a:xfrm>
              </p:grpSpPr>
              <p:sp>
                <p:nvSpPr>
                  <p:cNvPr id="102" name="Freeform 27">
                    <a:extLst>
                      <a:ext uri="{FF2B5EF4-FFF2-40B4-BE49-F238E27FC236}">
                        <a16:creationId xmlns:a16="http://schemas.microsoft.com/office/drawing/2014/main" id="{4BD2AB92-BA8A-41CF-ADED-D08A88368CD0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740817" cy="1708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0817" h="170848">
                        <a:moveTo>
                          <a:pt x="0" y="0"/>
                        </a:moveTo>
                        <a:lnTo>
                          <a:pt x="740817" y="0"/>
                        </a:lnTo>
                        <a:lnTo>
                          <a:pt x="740817" y="170848"/>
                        </a:lnTo>
                        <a:lnTo>
                          <a:pt x="0" y="170848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40000"/>
                      <a:lumOff val="60000"/>
                    </a:schemeClr>
                  </a:solidFill>
                  <a:ln w="19050">
                    <a:solidFill>
                      <a:srgbClr val="000000"/>
                    </a:solidFill>
                  </a:ln>
                </p:spPr>
              </p:sp>
              <p:sp>
                <p:nvSpPr>
                  <p:cNvPr id="103" name="TextBox 28">
                    <a:extLst>
                      <a:ext uri="{FF2B5EF4-FFF2-40B4-BE49-F238E27FC236}">
                        <a16:creationId xmlns:a16="http://schemas.microsoft.com/office/drawing/2014/main" id="{08F5004B-A557-4889-8329-1D835F88730E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28575"/>
                    <a:ext cx="812800" cy="841375"/>
                  </a:xfrm>
                  <a:prstGeom prst="rect">
                    <a:avLst/>
                  </a:prstGeom>
                </p:spPr>
                <p:txBody>
                  <a:bodyPr lIns="33867" tIns="33867" rIns="33867" bIns="33867" rtlCol="0" anchor="ctr"/>
                  <a:lstStyle/>
                  <a:p>
                    <a:pPr algn="ctr">
                      <a:lnSpc>
                        <a:spcPts val="1773"/>
                      </a:lnSpc>
                    </a:pPr>
                    <a:endParaRPr sz="1200"/>
                  </a:p>
                </p:txBody>
              </p:sp>
            </p:grpSp>
            <p:sp>
              <p:nvSpPr>
                <p:cNvPr id="101" name="TextBox 29">
                  <a:extLst>
                    <a:ext uri="{FF2B5EF4-FFF2-40B4-BE49-F238E27FC236}">
                      <a16:creationId xmlns:a16="http://schemas.microsoft.com/office/drawing/2014/main" id="{67E754CE-EB09-4D84-B7DF-25170B825803}"/>
                    </a:ext>
                  </a:extLst>
                </p:cNvPr>
                <p:cNvSpPr txBox="1"/>
                <p:nvPr/>
              </p:nvSpPr>
              <p:spPr>
                <a:xfrm>
                  <a:off x="5939710" y="139214"/>
                  <a:ext cx="4255382" cy="723148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2987"/>
                    </a:lnSpc>
                  </a:pPr>
                  <a:endParaRPr lang="en-US" sz="2133" spc="181" dirty="0">
                    <a:solidFill>
                      <a:srgbClr val="000000"/>
                    </a:solidFill>
                    <a:ea typeface="字由点字典黑 75J"/>
                  </a:endParaRPr>
                </a:p>
              </p:txBody>
            </p:sp>
          </p:grpSp>
          <p:sp>
            <p:nvSpPr>
              <p:cNvPr id="95" name="TextBox 47">
                <a:extLst>
                  <a:ext uri="{FF2B5EF4-FFF2-40B4-BE49-F238E27FC236}">
                    <a16:creationId xmlns:a16="http://schemas.microsoft.com/office/drawing/2014/main" id="{52664B75-E7EA-4DBE-B613-EF0CD4A5FF6E}"/>
                  </a:ext>
                </a:extLst>
              </p:cNvPr>
              <p:cNvSpPr txBox="1"/>
              <p:nvPr/>
            </p:nvSpPr>
            <p:spPr>
              <a:xfrm>
                <a:off x="3933410" y="1677992"/>
                <a:ext cx="2127691" cy="41039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987"/>
                  </a:lnSpc>
                </a:pPr>
                <a:r>
                  <a:rPr lang="zh-CN" altLang="en-US" sz="2400" b="1" dirty="0">
                    <a:ln w="6600">
                      <a:solidFill>
                        <a:srgbClr val="003F88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请输入关键词</a:t>
                </a:r>
                <a:endParaRPr lang="en-US" sz="2400" b="1" dirty="0">
                  <a:ln w="6600">
                    <a:solidFill>
                      <a:srgbClr val="003F88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F5973584-0D97-4746-9860-E8AA8C72A3AE}"/>
                </a:ext>
              </a:extLst>
            </p:cNvPr>
            <p:cNvSpPr txBox="1"/>
            <p:nvPr/>
          </p:nvSpPr>
          <p:spPr>
            <a:xfrm>
              <a:off x="626658" y="1744114"/>
              <a:ext cx="771847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/>
                <a:t>请输入内容</a:t>
              </a:r>
            </a:p>
          </p:txBody>
        </p: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BB068222-7FB4-4C5C-AFBB-57BAA90CD0D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9" t="53369" r="58950" b="28221"/>
          <a:stretch/>
        </p:blipFill>
        <p:spPr>
          <a:xfrm>
            <a:off x="9332087" y="1997447"/>
            <a:ext cx="1406048" cy="1047700"/>
          </a:xfrm>
          <a:prstGeom prst="rect">
            <a:avLst/>
          </a:prstGeom>
        </p:spPr>
      </p:pic>
      <p:pic>
        <p:nvPicPr>
          <p:cNvPr id="89" name="图片 88">
            <a:extLst>
              <a:ext uri="{FF2B5EF4-FFF2-40B4-BE49-F238E27FC236}">
                <a16:creationId xmlns:a16="http://schemas.microsoft.com/office/drawing/2014/main" id="{DA317FE7-2C3D-4A42-8B2D-5EDAA76973A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60" t="72549" r="1839" b="6088"/>
          <a:stretch/>
        </p:blipFill>
        <p:spPr>
          <a:xfrm>
            <a:off x="543530" y="3600022"/>
            <a:ext cx="1245902" cy="1107387"/>
          </a:xfrm>
          <a:prstGeom prst="rect">
            <a:avLst/>
          </a:prstGeom>
        </p:spPr>
      </p:pic>
      <p:grpSp>
        <p:nvGrpSpPr>
          <p:cNvPr id="90" name="Group 6">
            <a:extLst>
              <a:ext uri="{FF2B5EF4-FFF2-40B4-BE49-F238E27FC236}">
                <a16:creationId xmlns:a16="http://schemas.microsoft.com/office/drawing/2014/main" id="{7C06696C-7F21-4E83-90D5-8143270B7B14}"/>
              </a:ext>
            </a:extLst>
          </p:cNvPr>
          <p:cNvGrpSpPr/>
          <p:nvPr/>
        </p:nvGrpSpPr>
        <p:grpSpPr>
          <a:xfrm>
            <a:off x="10712776" y="557548"/>
            <a:ext cx="1135547" cy="1320779"/>
            <a:chOff x="0" y="0"/>
            <a:chExt cx="2271094" cy="2641558"/>
          </a:xfrm>
          <a:solidFill>
            <a:srgbClr val="003F88"/>
          </a:solidFill>
        </p:grpSpPr>
        <p:pic>
          <p:nvPicPr>
            <p:cNvPr id="98" name="Picture 7">
              <a:extLst>
                <a:ext uri="{FF2B5EF4-FFF2-40B4-BE49-F238E27FC236}">
                  <a16:creationId xmlns:a16="http://schemas.microsoft.com/office/drawing/2014/main" id="{994C8F7B-CD07-4D99-BCD8-871084666C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0" y="1442150"/>
              <a:ext cx="1029992" cy="1199409"/>
            </a:xfrm>
            <a:prstGeom prst="rect">
              <a:avLst/>
            </a:prstGeom>
          </p:spPr>
        </p:pic>
        <p:pic>
          <p:nvPicPr>
            <p:cNvPr id="107" name="Picture 8">
              <a:extLst>
                <a:ext uri="{FF2B5EF4-FFF2-40B4-BE49-F238E27FC236}">
                  <a16:creationId xmlns:a16="http://schemas.microsoft.com/office/drawing/2014/main" id="{2FBDD630-C123-4992-B01D-BCFC5D7E2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1029992" cy="1199409"/>
            </a:xfrm>
            <a:prstGeom prst="rect">
              <a:avLst/>
            </a:prstGeom>
          </p:spPr>
        </p:pic>
        <p:pic>
          <p:nvPicPr>
            <p:cNvPr id="112" name="Picture 9">
              <a:extLst>
                <a:ext uri="{FF2B5EF4-FFF2-40B4-BE49-F238E27FC236}">
                  <a16:creationId xmlns:a16="http://schemas.microsoft.com/office/drawing/2014/main" id="{3ED33284-7707-4E71-BCE3-F07C564744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1241102" y="1442150"/>
              <a:ext cx="1029992" cy="1199409"/>
            </a:xfrm>
            <a:prstGeom prst="rect">
              <a:avLst/>
            </a:prstGeom>
          </p:spPr>
        </p:pic>
        <p:pic>
          <p:nvPicPr>
            <p:cNvPr id="113" name="Picture 10">
              <a:extLst>
                <a:ext uri="{FF2B5EF4-FFF2-40B4-BE49-F238E27FC236}">
                  <a16:creationId xmlns:a16="http://schemas.microsoft.com/office/drawing/2014/main" id="{512A893D-295C-4A3A-BC6B-B94AA4B312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1241102" y="0"/>
              <a:ext cx="1029992" cy="1199409"/>
            </a:xfrm>
            <a:prstGeom prst="rect">
              <a:avLst/>
            </a:prstGeom>
          </p:spPr>
        </p:pic>
      </p:grpSp>
      <p:sp>
        <p:nvSpPr>
          <p:cNvPr id="12" name="椭圆 11">
            <a:extLst>
              <a:ext uri="{FF2B5EF4-FFF2-40B4-BE49-F238E27FC236}">
                <a16:creationId xmlns:a16="http://schemas.microsoft.com/office/drawing/2014/main" id="{41D8A9F0-C7B9-4D2D-9289-B9799A7A0F08}"/>
              </a:ext>
            </a:extLst>
          </p:cNvPr>
          <p:cNvSpPr/>
          <p:nvPr/>
        </p:nvSpPr>
        <p:spPr>
          <a:xfrm>
            <a:off x="497453" y="431646"/>
            <a:ext cx="466524" cy="466524"/>
          </a:xfrm>
          <a:prstGeom prst="ellipse">
            <a:avLst/>
          </a:prstGeom>
          <a:noFill/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14" name="椭圆 113">
            <a:extLst>
              <a:ext uri="{FF2B5EF4-FFF2-40B4-BE49-F238E27FC236}">
                <a16:creationId xmlns:a16="http://schemas.microsoft.com/office/drawing/2014/main" id="{3E931E35-B672-4049-B634-4758229076C8}"/>
              </a:ext>
            </a:extLst>
          </p:cNvPr>
          <p:cNvSpPr/>
          <p:nvPr/>
        </p:nvSpPr>
        <p:spPr>
          <a:xfrm>
            <a:off x="443692" y="377885"/>
            <a:ext cx="574047" cy="574047"/>
          </a:xfrm>
          <a:prstGeom prst="ellipse">
            <a:avLst/>
          </a:prstGeom>
          <a:noFill/>
          <a:ln w="952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CE498A0F-60A6-4DF0-8B38-B3C884743E12}"/>
              </a:ext>
            </a:extLst>
          </p:cNvPr>
          <p:cNvSpPr/>
          <p:nvPr/>
        </p:nvSpPr>
        <p:spPr>
          <a:xfrm>
            <a:off x="392365" y="326558"/>
            <a:ext cx="676701" cy="676701"/>
          </a:xfrm>
          <a:prstGeom prst="ellipse">
            <a:avLst/>
          </a:prstGeom>
          <a:noFill/>
          <a:ln w="9525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3650237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3651F7B-5BDE-464C-8DE7-936A0C81E7CE}"/>
              </a:ext>
            </a:extLst>
          </p:cNvPr>
          <p:cNvSpPr/>
          <p:nvPr/>
        </p:nvSpPr>
        <p:spPr>
          <a:xfrm>
            <a:off x="865415" y="1926771"/>
            <a:ext cx="2947306" cy="435156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653D982-30DC-4959-B8A8-AFAF87F706B3}"/>
              </a:ext>
            </a:extLst>
          </p:cNvPr>
          <p:cNvSpPr/>
          <p:nvPr/>
        </p:nvSpPr>
        <p:spPr>
          <a:xfrm>
            <a:off x="4622348" y="1926771"/>
            <a:ext cx="2947306" cy="435156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84773E9-EB55-4DB4-B8B7-6441BD5593EC}"/>
              </a:ext>
            </a:extLst>
          </p:cNvPr>
          <p:cNvSpPr/>
          <p:nvPr/>
        </p:nvSpPr>
        <p:spPr>
          <a:xfrm>
            <a:off x="8379281" y="1926771"/>
            <a:ext cx="2947306" cy="435156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9DA83BD-C9C8-45CA-86D5-C6B1FAF77FD4}"/>
              </a:ext>
            </a:extLst>
          </p:cNvPr>
          <p:cNvSpPr txBox="1"/>
          <p:nvPr/>
        </p:nvSpPr>
        <p:spPr>
          <a:xfrm>
            <a:off x="865413" y="1187489"/>
            <a:ext cx="8735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b="1" i="1" dirty="0">
                <a:solidFill>
                  <a:srgbClr val="003F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zh-CN" altLang="en-US" sz="8000" b="1" i="1" dirty="0">
              <a:solidFill>
                <a:srgbClr val="003F8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764501B-CD28-4FCE-9299-F72C7DA8D7E8}"/>
              </a:ext>
            </a:extLst>
          </p:cNvPr>
          <p:cNvSpPr txBox="1"/>
          <p:nvPr/>
        </p:nvSpPr>
        <p:spPr>
          <a:xfrm>
            <a:off x="4622348" y="1187489"/>
            <a:ext cx="8735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b="1" i="1" dirty="0">
                <a:solidFill>
                  <a:srgbClr val="003F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zh-CN" altLang="en-US" sz="8000" b="1" i="1" dirty="0">
              <a:solidFill>
                <a:srgbClr val="003F8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1589098-B740-49B0-A0A6-686BCADA1F77}"/>
              </a:ext>
            </a:extLst>
          </p:cNvPr>
          <p:cNvSpPr txBox="1"/>
          <p:nvPr/>
        </p:nvSpPr>
        <p:spPr>
          <a:xfrm>
            <a:off x="8379281" y="1187489"/>
            <a:ext cx="8735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b="1" i="1" dirty="0">
                <a:solidFill>
                  <a:srgbClr val="003F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zh-CN" altLang="en-US" sz="8000" b="1" i="1" dirty="0">
              <a:solidFill>
                <a:srgbClr val="003F8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3BC54A2-2967-4C49-AD6E-7974751430E6}"/>
              </a:ext>
            </a:extLst>
          </p:cNvPr>
          <p:cNvSpPr txBox="1"/>
          <p:nvPr/>
        </p:nvSpPr>
        <p:spPr>
          <a:xfrm>
            <a:off x="542138" y="218394"/>
            <a:ext cx="60784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003F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一级标题 </a:t>
            </a:r>
            <a:r>
              <a:rPr lang="en-US" altLang="zh-CN" sz="2800" b="1" dirty="0">
                <a:solidFill>
                  <a:srgbClr val="003F88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–</a:t>
            </a:r>
            <a:r>
              <a:rPr lang="en-US" altLang="zh-CN" sz="2800" b="1" dirty="0">
                <a:solidFill>
                  <a:srgbClr val="003F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rgbClr val="003F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二级标题</a:t>
            </a:r>
            <a:endParaRPr lang="zh-CN" altLang="en-US" sz="2800" b="1" dirty="0">
              <a:solidFill>
                <a:srgbClr val="003F8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5872EE9E-D19D-4E69-A51F-B3FD8DEBEC4D}"/>
              </a:ext>
            </a:extLst>
          </p:cNvPr>
          <p:cNvGrpSpPr/>
          <p:nvPr/>
        </p:nvGrpSpPr>
        <p:grpSpPr>
          <a:xfrm>
            <a:off x="0" y="-2932"/>
            <a:ext cx="517646" cy="981393"/>
            <a:chOff x="0" y="111538"/>
            <a:chExt cx="899042" cy="1704473"/>
          </a:xfrm>
        </p:grpSpPr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4FA2E881-674B-46DE-A319-EA3711612FC2}"/>
                </a:ext>
              </a:extLst>
            </p:cNvPr>
            <p:cNvSpPr/>
            <p:nvPr/>
          </p:nvSpPr>
          <p:spPr>
            <a:xfrm>
              <a:off x="778917" y="885854"/>
              <a:ext cx="120125" cy="120125"/>
            </a:xfrm>
            <a:prstGeom prst="ellipse">
              <a:avLst/>
            </a:prstGeom>
            <a:solidFill>
              <a:srgbClr val="003F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777255DA-69BB-4F7B-99E0-CF65B28717F9}"/>
                </a:ext>
              </a:extLst>
            </p:cNvPr>
            <p:cNvGrpSpPr/>
            <p:nvPr/>
          </p:nvGrpSpPr>
          <p:grpSpPr>
            <a:xfrm>
              <a:off x="0" y="111538"/>
              <a:ext cx="875360" cy="1704473"/>
              <a:chOff x="357726" y="552695"/>
              <a:chExt cx="1547190" cy="3012640"/>
            </a:xfrm>
            <a:solidFill>
              <a:srgbClr val="003F89"/>
            </a:solidFill>
          </p:grpSpPr>
          <p:sp>
            <p:nvSpPr>
              <p:cNvPr id="31" name="任意多边形: 形状 30">
                <a:extLst>
                  <a:ext uri="{FF2B5EF4-FFF2-40B4-BE49-F238E27FC236}">
                    <a16:creationId xmlns:a16="http://schemas.microsoft.com/office/drawing/2014/main" id="{091262B7-8F27-437E-B82F-E8C4480D0DC4}"/>
                  </a:ext>
                </a:extLst>
              </p:cNvPr>
              <p:cNvSpPr/>
              <p:nvPr/>
            </p:nvSpPr>
            <p:spPr>
              <a:xfrm rot="10800000" flipH="1" flipV="1">
                <a:off x="357726" y="2018145"/>
                <a:ext cx="1464435" cy="1547190"/>
              </a:xfrm>
              <a:custGeom>
                <a:avLst/>
                <a:gdLst>
                  <a:gd name="connsiteX0" fmla="*/ 0 w 1464435"/>
                  <a:gd name="connsiteY0" fmla="*/ 0 h 1547190"/>
                  <a:gd name="connsiteX1" fmla="*/ 1464435 w 1464435"/>
                  <a:gd name="connsiteY1" fmla="*/ 0 h 1547190"/>
                  <a:gd name="connsiteX2" fmla="*/ 1314628 w 1464435"/>
                  <a:gd name="connsiteY2" fmla="*/ 22863 h 1547190"/>
                  <a:gd name="connsiteX3" fmla="*/ 3759 w 1464435"/>
                  <a:gd name="connsiteY3" fmla="*/ 1472763 h 1547190"/>
                  <a:gd name="connsiteX4" fmla="*/ 0 w 1464435"/>
                  <a:gd name="connsiteY4" fmla="*/ 1547190 h 1547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4435" h="1547190">
                    <a:moveTo>
                      <a:pt x="0" y="0"/>
                    </a:moveTo>
                    <a:lnTo>
                      <a:pt x="1464435" y="0"/>
                    </a:lnTo>
                    <a:lnTo>
                      <a:pt x="1314628" y="22863"/>
                    </a:lnTo>
                    <a:cubicBezTo>
                      <a:pt x="615432" y="165940"/>
                      <a:pt x="77096" y="750618"/>
                      <a:pt x="3759" y="1472763"/>
                    </a:cubicBezTo>
                    <a:lnTo>
                      <a:pt x="0" y="154719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任意多边形: 形状 31">
                <a:extLst>
                  <a:ext uri="{FF2B5EF4-FFF2-40B4-BE49-F238E27FC236}">
                    <a16:creationId xmlns:a16="http://schemas.microsoft.com/office/drawing/2014/main" id="{5CAB35A5-D998-4AF0-AFD7-CD48F16B73B2}"/>
                  </a:ext>
                </a:extLst>
              </p:cNvPr>
              <p:cNvSpPr/>
              <p:nvPr/>
            </p:nvSpPr>
            <p:spPr>
              <a:xfrm rot="5400000" flipH="1" flipV="1">
                <a:off x="399103" y="511318"/>
                <a:ext cx="1464435" cy="1547190"/>
              </a:xfrm>
              <a:custGeom>
                <a:avLst/>
                <a:gdLst>
                  <a:gd name="connsiteX0" fmla="*/ 0 w 1464435"/>
                  <a:gd name="connsiteY0" fmla="*/ 0 h 1547190"/>
                  <a:gd name="connsiteX1" fmla="*/ 1464435 w 1464435"/>
                  <a:gd name="connsiteY1" fmla="*/ 0 h 1547190"/>
                  <a:gd name="connsiteX2" fmla="*/ 1314628 w 1464435"/>
                  <a:gd name="connsiteY2" fmla="*/ 22863 h 1547190"/>
                  <a:gd name="connsiteX3" fmla="*/ 3759 w 1464435"/>
                  <a:gd name="connsiteY3" fmla="*/ 1472763 h 1547190"/>
                  <a:gd name="connsiteX4" fmla="*/ 0 w 1464435"/>
                  <a:gd name="connsiteY4" fmla="*/ 1547190 h 1547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4435" h="1547190">
                    <a:moveTo>
                      <a:pt x="0" y="0"/>
                    </a:moveTo>
                    <a:lnTo>
                      <a:pt x="1464435" y="0"/>
                    </a:lnTo>
                    <a:lnTo>
                      <a:pt x="1314628" y="22863"/>
                    </a:lnTo>
                    <a:cubicBezTo>
                      <a:pt x="615432" y="165940"/>
                      <a:pt x="77096" y="750618"/>
                      <a:pt x="3759" y="1472763"/>
                    </a:cubicBezTo>
                    <a:lnTo>
                      <a:pt x="0" y="154719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533B07D1-D9AA-49E2-AFAF-3FF9114A7D3D}"/>
              </a:ext>
            </a:extLst>
          </p:cNvPr>
          <p:cNvSpPr txBox="1"/>
          <p:nvPr/>
        </p:nvSpPr>
        <p:spPr>
          <a:xfrm>
            <a:off x="1485900" y="2527256"/>
            <a:ext cx="1706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/>
              <a:t>XXXX</a:t>
            </a:r>
            <a:endParaRPr lang="zh-CN" altLang="en-US" sz="3600" b="1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685C6A4-1ED0-4BED-90DC-E86BDA934714}"/>
              </a:ext>
            </a:extLst>
          </p:cNvPr>
          <p:cNvSpPr txBox="1"/>
          <p:nvPr/>
        </p:nvSpPr>
        <p:spPr>
          <a:xfrm>
            <a:off x="1215118" y="3517468"/>
            <a:ext cx="2247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请输入内容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A1F5F01-5A8C-493B-932C-5B03D847DF8D}"/>
              </a:ext>
            </a:extLst>
          </p:cNvPr>
          <p:cNvSpPr txBox="1"/>
          <p:nvPr/>
        </p:nvSpPr>
        <p:spPr>
          <a:xfrm>
            <a:off x="5242832" y="2527256"/>
            <a:ext cx="1706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/>
              <a:t>XXXX</a:t>
            </a:r>
            <a:endParaRPr lang="zh-CN" altLang="en-US" sz="3600" b="1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FEC52C1-73F6-4EE7-BFD6-0DDD5E90FE56}"/>
              </a:ext>
            </a:extLst>
          </p:cNvPr>
          <p:cNvSpPr txBox="1"/>
          <p:nvPr/>
        </p:nvSpPr>
        <p:spPr>
          <a:xfrm>
            <a:off x="4972050" y="3517468"/>
            <a:ext cx="2247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请输入内容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49575B7-BA96-4CDD-8A6E-6C63173B9FBC}"/>
              </a:ext>
            </a:extLst>
          </p:cNvPr>
          <p:cNvSpPr txBox="1"/>
          <p:nvPr/>
        </p:nvSpPr>
        <p:spPr>
          <a:xfrm>
            <a:off x="8999764" y="2527256"/>
            <a:ext cx="1706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/>
              <a:t>XXXX</a:t>
            </a:r>
            <a:endParaRPr lang="zh-CN" altLang="en-US" sz="3600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2116C17-96BD-4D8C-9645-71EEC249AF56}"/>
              </a:ext>
            </a:extLst>
          </p:cNvPr>
          <p:cNvSpPr txBox="1"/>
          <p:nvPr/>
        </p:nvSpPr>
        <p:spPr>
          <a:xfrm>
            <a:off x="8728982" y="3517468"/>
            <a:ext cx="2247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请输入内容</a:t>
            </a:r>
          </a:p>
        </p:txBody>
      </p:sp>
    </p:spTree>
    <p:extLst>
      <p:ext uri="{BB962C8B-B14F-4D97-AF65-F5344CB8AC3E}">
        <p14:creationId xmlns:p14="http://schemas.microsoft.com/office/powerpoint/2010/main" val="1106503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F3651F7B-5BDE-464C-8DE7-936A0C81E7CE}"/>
              </a:ext>
            </a:extLst>
          </p:cNvPr>
          <p:cNvSpPr/>
          <p:nvPr/>
        </p:nvSpPr>
        <p:spPr>
          <a:xfrm>
            <a:off x="865415" y="1926771"/>
            <a:ext cx="2947306" cy="4351563"/>
          </a:xfrm>
          <a:prstGeom prst="rect">
            <a:avLst/>
          </a:prstGeom>
          <a:noFill/>
          <a:ln w="28575">
            <a:solidFill>
              <a:srgbClr val="003F8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653D982-30DC-4959-B8A8-AFAF87F706B3}"/>
              </a:ext>
            </a:extLst>
          </p:cNvPr>
          <p:cNvSpPr/>
          <p:nvPr/>
        </p:nvSpPr>
        <p:spPr>
          <a:xfrm>
            <a:off x="4622348" y="1926771"/>
            <a:ext cx="2947306" cy="4351563"/>
          </a:xfrm>
          <a:prstGeom prst="rect">
            <a:avLst/>
          </a:prstGeom>
          <a:noFill/>
          <a:ln w="28575">
            <a:solidFill>
              <a:srgbClr val="003F8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84773E9-EB55-4DB4-B8B7-6441BD5593EC}"/>
              </a:ext>
            </a:extLst>
          </p:cNvPr>
          <p:cNvSpPr/>
          <p:nvPr/>
        </p:nvSpPr>
        <p:spPr>
          <a:xfrm>
            <a:off x="8379281" y="1926771"/>
            <a:ext cx="2947306" cy="4351563"/>
          </a:xfrm>
          <a:prstGeom prst="rect">
            <a:avLst/>
          </a:prstGeom>
          <a:noFill/>
          <a:ln w="28575">
            <a:solidFill>
              <a:srgbClr val="003F8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9DA83BD-C9C8-45CA-86D5-C6B1FAF77FD4}"/>
              </a:ext>
            </a:extLst>
          </p:cNvPr>
          <p:cNvSpPr txBox="1"/>
          <p:nvPr/>
        </p:nvSpPr>
        <p:spPr>
          <a:xfrm>
            <a:off x="865415" y="967163"/>
            <a:ext cx="8735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b="1" i="1" dirty="0">
                <a:solidFill>
                  <a:srgbClr val="003F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zh-CN" altLang="en-US" sz="8000" b="1" i="1" dirty="0">
              <a:solidFill>
                <a:srgbClr val="003F8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764501B-CD28-4FCE-9299-F72C7DA8D7E8}"/>
              </a:ext>
            </a:extLst>
          </p:cNvPr>
          <p:cNvSpPr txBox="1"/>
          <p:nvPr/>
        </p:nvSpPr>
        <p:spPr>
          <a:xfrm>
            <a:off x="4622348" y="967163"/>
            <a:ext cx="8735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b="1" i="1" dirty="0">
                <a:solidFill>
                  <a:srgbClr val="003F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zh-CN" altLang="en-US" sz="8000" b="1" i="1" dirty="0">
              <a:solidFill>
                <a:srgbClr val="003F8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1589098-B740-49B0-A0A6-686BCADA1F77}"/>
              </a:ext>
            </a:extLst>
          </p:cNvPr>
          <p:cNvSpPr txBox="1"/>
          <p:nvPr/>
        </p:nvSpPr>
        <p:spPr>
          <a:xfrm>
            <a:off x="8379281" y="967163"/>
            <a:ext cx="8735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b="1" i="1" dirty="0">
                <a:solidFill>
                  <a:srgbClr val="003F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zh-CN" altLang="en-US" sz="8000" b="1" i="1" dirty="0">
              <a:solidFill>
                <a:srgbClr val="003F8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33B07D1-D9AA-49E2-AFAF-3FF9114A7D3D}"/>
              </a:ext>
            </a:extLst>
          </p:cNvPr>
          <p:cNvSpPr txBox="1"/>
          <p:nvPr/>
        </p:nvSpPr>
        <p:spPr>
          <a:xfrm>
            <a:off x="1485900" y="2527256"/>
            <a:ext cx="1706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/>
              <a:t>XXXX</a:t>
            </a:r>
            <a:endParaRPr lang="zh-CN" altLang="en-US" sz="3600" b="1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685C6A4-1ED0-4BED-90DC-E86BDA934714}"/>
              </a:ext>
            </a:extLst>
          </p:cNvPr>
          <p:cNvSpPr txBox="1"/>
          <p:nvPr/>
        </p:nvSpPr>
        <p:spPr>
          <a:xfrm>
            <a:off x="1215118" y="3517468"/>
            <a:ext cx="2247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请输入内容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A1F5F01-5A8C-493B-932C-5B03D847DF8D}"/>
              </a:ext>
            </a:extLst>
          </p:cNvPr>
          <p:cNvSpPr txBox="1"/>
          <p:nvPr/>
        </p:nvSpPr>
        <p:spPr>
          <a:xfrm>
            <a:off x="5242832" y="2527256"/>
            <a:ext cx="1706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/>
              <a:t>XXXX</a:t>
            </a:r>
            <a:endParaRPr lang="zh-CN" altLang="en-US" sz="3600" b="1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FEC52C1-73F6-4EE7-BFD6-0DDD5E90FE56}"/>
              </a:ext>
            </a:extLst>
          </p:cNvPr>
          <p:cNvSpPr txBox="1"/>
          <p:nvPr/>
        </p:nvSpPr>
        <p:spPr>
          <a:xfrm>
            <a:off x="4972050" y="3517468"/>
            <a:ext cx="2247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请输入内容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49575B7-BA96-4CDD-8A6E-6C63173B9FBC}"/>
              </a:ext>
            </a:extLst>
          </p:cNvPr>
          <p:cNvSpPr txBox="1"/>
          <p:nvPr/>
        </p:nvSpPr>
        <p:spPr>
          <a:xfrm>
            <a:off x="8999764" y="2527256"/>
            <a:ext cx="1706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/>
              <a:t>XXXX</a:t>
            </a:r>
            <a:endParaRPr lang="zh-CN" altLang="en-US" sz="3600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2116C17-96BD-4D8C-9645-71EEC249AF56}"/>
              </a:ext>
            </a:extLst>
          </p:cNvPr>
          <p:cNvSpPr txBox="1"/>
          <p:nvPr/>
        </p:nvSpPr>
        <p:spPr>
          <a:xfrm>
            <a:off x="8728982" y="3517468"/>
            <a:ext cx="2247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请输入内容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F559F4FF-FF5A-4996-83CC-76510D3A16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36" y="278141"/>
            <a:ext cx="2045209" cy="56811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8C85CBA-9B6D-458B-99DC-B765B3CACD23}"/>
              </a:ext>
            </a:extLst>
          </p:cNvPr>
          <p:cNvSpPr/>
          <p:nvPr/>
        </p:nvSpPr>
        <p:spPr>
          <a:xfrm>
            <a:off x="3192236" y="372242"/>
            <a:ext cx="1571788" cy="3799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</a:rPr>
              <a:t>一级标题一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05516D0-92A6-4960-89FE-9569A36CECA9}"/>
              </a:ext>
            </a:extLst>
          </p:cNvPr>
          <p:cNvSpPr/>
          <p:nvPr/>
        </p:nvSpPr>
        <p:spPr>
          <a:xfrm>
            <a:off x="5379757" y="372242"/>
            <a:ext cx="1571788" cy="3799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</a:rPr>
              <a:t>一级标题二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1AE343D-1564-479E-8092-31A2C02A1C38}"/>
              </a:ext>
            </a:extLst>
          </p:cNvPr>
          <p:cNvSpPr/>
          <p:nvPr/>
        </p:nvSpPr>
        <p:spPr>
          <a:xfrm>
            <a:off x="7567278" y="372242"/>
            <a:ext cx="1571788" cy="37991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</a:rPr>
              <a:t>一级标题三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CABA730-A275-4BB1-ABE6-E9ECB2362330}"/>
              </a:ext>
            </a:extLst>
          </p:cNvPr>
          <p:cNvSpPr/>
          <p:nvPr/>
        </p:nvSpPr>
        <p:spPr>
          <a:xfrm>
            <a:off x="9754799" y="372242"/>
            <a:ext cx="1571788" cy="3799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</a:rPr>
              <a:t>一级标题四</a:t>
            </a:r>
          </a:p>
        </p:txBody>
      </p:sp>
    </p:spTree>
    <p:extLst>
      <p:ext uri="{BB962C8B-B14F-4D97-AF65-F5344CB8AC3E}">
        <p14:creationId xmlns:p14="http://schemas.microsoft.com/office/powerpoint/2010/main" val="877866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8AABCC29-B7B6-42EC-B741-6E4EE1BA04DD}"/>
              </a:ext>
            </a:extLst>
          </p:cNvPr>
          <p:cNvSpPr/>
          <p:nvPr/>
        </p:nvSpPr>
        <p:spPr>
          <a:xfrm>
            <a:off x="6061212" y="2187342"/>
            <a:ext cx="58522" cy="53855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5B0717-34BA-40EA-AF4F-41710069F4F4}"/>
              </a:ext>
            </a:extLst>
          </p:cNvPr>
          <p:cNvSpPr/>
          <p:nvPr/>
        </p:nvSpPr>
        <p:spPr>
          <a:xfrm rot="18612497" flipH="1">
            <a:off x="7461732" y="4780311"/>
            <a:ext cx="58522" cy="53855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837EA52-A50A-47B1-B904-6484312AC3A3}"/>
              </a:ext>
            </a:extLst>
          </p:cNvPr>
          <p:cNvSpPr/>
          <p:nvPr/>
        </p:nvSpPr>
        <p:spPr>
          <a:xfrm rot="2987503">
            <a:off x="4668266" y="4770559"/>
            <a:ext cx="58522" cy="53855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形 1" descr="循环流程图">
            <a:extLst>
              <a:ext uri="{FF2B5EF4-FFF2-40B4-BE49-F238E27FC236}">
                <a16:creationId xmlns:a16="http://schemas.microsoft.com/office/drawing/2014/main" id="{04079911-1360-475F-9B5B-B1E4035966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89947" y="2083643"/>
            <a:ext cx="3801053" cy="380105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E78C415-467C-4C53-9558-B864A02C347B}"/>
              </a:ext>
            </a:extLst>
          </p:cNvPr>
          <p:cNvSpPr txBox="1"/>
          <p:nvPr/>
        </p:nvSpPr>
        <p:spPr>
          <a:xfrm>
            <a:off x="4300723" y="3478161"/>
            <a:ext cx="35905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未来</a:t>
            </a:r>
            <a:endParaRPr lang="en-US" altLang="zh-CN" sz="2800" b="1" dirty="0"/>
          </a:p>
          <a:p>
            <a:pPr algn="ctr"/>
            <a:r>
              <a:rPr lang="zh-CN" altLang="en-US" sz="2800" b="1" dirty="0"/>
              <a:t>研究</a:t>
            </a:r>
            <a:endParaRPr lang="en-US" altLang="zh-CN" sz="2800" b="1" dirty="0"/>
          </a:p>
          <a:p>
            <a:pPr algn="ctr"/>
            <a:r>
              <a:rPr lang="zh-CN" altLang="en-US" sz="2800" b="1" dirty="0"/>
              <a:t>重点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C59E5F-FABC-4E5B-ADE7-7F2ABD24EFEC}"/>
              </a:ext>
            </a:extLst>
          </p:cNvPr>
          <p:cNvSpPr txBox="1"/>
          <p:nvPr/>
        </p:nvSpPr>
        <p:spPr>
          <a:xfrm>
            <a:off x="5744401" y="2643694"/>
            <a:ext cx="7031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1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23F34E3-5D00-458E-BBA2-3EE26ED29975}"/>
              </a:ext>
            </a:extLst>
          </p:cNvPr>
          <p:cNvSpPr txBox="1"/>
          <p:nvPr/>
        </p:nvSpPr>
        <p:spPr>
          <a:xfrm>
            <a:off x="4752914" y="4300104"/>
            <a:ext cx="7031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2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</p:txBody>
      </p:sp>
      <p:sp>
        <p:nvSpPr>
          <p:cNvPr id="6" name="文本框 8">
            <a:extLst>
              <a:ext uri="{FF2B5EF4-FFF2-40B4-BE49-F238E27FC236}">
                <a16:creationId xmlns:a16="http://schemas.microsoft.com/office/drawing/2014/main" id="{A70296CF-C338-4CFA-819E-91D070469406}"/>
              </a:ext>
            </a:extLst>
          </p:cNvPr>
          <p:cNvSpPr txBox="1"/>
          <p:nvPr/>
        </p:nvSpPr>
        <p:spPr>
          <a:xfrm>
            <a:off x="6722276" y="4282040"/>
            <a:ext cx="7031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3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2987D06-1DAE-4770-AE01-6E9E0FC39211}"/>
              </a:ext>
            </a:extLst>
          </p:cNvPr>
          <p:cNvSpPr/>
          <p:nvPr/>
        </p:nvSpPr>
        <p:spPr>
          <a:xfrm>
            <a:off x="1768356" y="5016231"/>
            <a:ext cx="2472538" cy="12108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/>
              <a:t>请输入内容请输入内容请输入内容请输入内容请输入内容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9BFCAD7-8E9F-4C8D-8E8D-C68C8277BC16}"/>
              </a:ext>
            </a:extLst>
          </p:cNvPr>
          <p:cNvCxnSpPr>
            <a:stCxn id="18" idx="3"/>
            <a:endCxn id="21" idx="1"/>
          </p:cNvCxnSpPr>
          <p:nvPr/>
        </p:nvCxnSpPr>
        <p:spPr>
          <a:xfrm>
            <a:off x="4869708" y="543457"/>
            <a:ext cx="5158888" cy="0"/>
          </a:xfrm>
          <a:prstGeom prst="line">
            <a:avLst/>
          </a:prstGeom>
          <a:ln w="28575">
            <a:solidFill>
              <a:schemeClr val="accent5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>
            <a:extLst>
              <a:ext uri="{FF2B5EF4-FFF2-40B4-BE49-F238E27FC236}">
                <a16:creationId xmlns:a16="http://schemas.microsoft.com/office/drawing/2014/main" id="{3FA224E1-AFF4-41AC-909E-95A801FE9A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36" y="278141"/>
            <a:ext cx="2045209" cy="568113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BCC7F7E-5292-4811-BA9E-841E183F2C74}"/>
              </a:ext>
            </a:extLst>
          </p:cNvPr>
          <p:cNvSpPr/>
          <p:nvPr/>
        </p:nvSpPr>
        <p:spPr>
          <a:xfrm>
            <a:off x="3203940" y="324835"/>
            <a:ext cx="1665768" cy="437243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一级标题一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2367419-F523-4E6F-9E6B-016767CE9553}"/>
              </a:ext>
            </a:extLst>
          </p:cNvPr>
          <p:cNvSpPr/>
          <p:nvPr/>
        </p:nvSpPr>
        <p:spPr>
          <a:xfrm>
            <a:off x="7753710" y="324835"/>
            <a:ext cx="1665768" cy="43724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3F88"/>
              </a:gs>
              <a:gs pos="10000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8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一级标题三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CC9F107-BAAF-44C8-923B-9A246A5DE687}"/>
              </a:ext>
            </a:extLst>
          </p:cNvPr>
          <p:cNvSpPr/>
          <p:nvPr/>
        </p:nvSpPr>
        <p:spPr>
          <a:xfrm>
            <a:off x="5478825" y="324835"/>
            <a:ext cx="1665768" cy="437243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一级标题二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37828FD-C1FA-443A-B70B-30B9BF752D3F}"/>
              </a:ext>
            </a:extLst>
          </p:cNvPr>
          <p:cNvSpPr/>
          <p:nvPr/>
        </p:nvSpPr>
        <p:spPr>
          <a:xfrm>
            <a:off x="10028596" y="324835"/>
            <a:ext cx="1665768" cy="437243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一级标题四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F7FB10F-002D-47C5-9CE6-9D087B2E6B81}"/>
              </a:ext>
            </a:extLst>
          </p:cNvPr>
          <p:cNvSpPr/>
          <p:nvPr/>
        </p:nvSpPr>
        <p:spPr>
          <a:xfrm>
            <a:off x="7926925" y="5016231"/>
            <a:ext cx="2472538" cy="12108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/>
              <a:t>请输入内容请输入内容请输入内容请输入内容请输入内容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D6E5E1F-F94B-45DB-813B-2787EEA45000}"/>
              </a:ext>
            </a:extLst>
          </p:cNvPr>
          <p:cNvSpPr/>
          <p:nvPr/>
        </p:nvSpPr>
        <p:spPr>
          <a:xfrm>
            <a:off x="4351385" y="1235796"/>
            <a:ext cx="3533869" cy="8261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/>
              <a:t>请输入内容请输入内容请输入内容请输入内容请输入内容</a:t>
            </a:r>
          </a:p>
        </p:txBody>
      </p:sp>
    </p:spTree>
    <p:extLst>
      <p:ext uri="{BB962C8B-B14F-4D97-AF65-F5344CB8AC3E}">
        <p14:creationId xmlns:p14="http://schemas.microsoft.com/office/powerpoint/2010/main" val="176165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组合 75">
            <a:extLst>
              <a:ext uri="{FF2B5EF4-FFF2-40B4-BE49-F238E27FC236}">
                <a16:creationId xmlns:a16="http://schemas.microsoft.com/office/drawing/2014/main" id="{F6993CEA-D84C-4AD3-8F02-18D271072AEB}"/>
              </a:ext>
            </a:extLst>
          </p:cNvPr>
          <p:cNvGrpSpPr/>
          <p:nvPr/>
        </p:nvGrpSpPr>
        <p:grpSpPr>
          <a:xfrm>
            <a:off x="1202550" y="1469373"/>
            <a:ext cx="9786899" cy="5072068"/>
            <a:chOff x="964228" y="1118106"/>
            <a:chExt cx="10161168" cy="5266033"/>
          </a:xfrm>
        </p:grpSpPr>
        <p:grpSp>
          <p:nvGrpSpPr>
            <p:cNvPr id="2" name="Group 4">
              <a:extLst>
                <a:ext uri="{FF2B5EF4-FFF2-40B4-BE49-F238E27FC236}">
                  <a16:creationId xmlns:a16="http://schemas.microsoft.com/office/drawing/2014/main" id="{1908BC9D-166F-4894-8417-0867DD146C10}"/>
                </a:ext>
              </a:extLst>
            </p:cNvPr>
            <p:cNvGrpSpPr/>
            <p:nvPr/>
          </p:nvGrpSpPr>
          <p:grpSpPr>
            <a:xfrm>
              <a:off x="964228" y="1118106"/>
              <a:ext cx="10161168" cy="5266033"/>
              <a:chOff x="-93902" y="3320"/>
              <a:chExt cx="23297384" cy="12073884"/>
            </a:xfrm>
            <a:solidFill>
              <a:srgbClr val="FFC000"/>
            </a:solidFill>
          </p:grpSpPr>
          <p:sp>
            <p:nvSpPr>
              <p:cNvPr id="3" name="AutoShape 5">
                <a:extLst>
                  <a:ext uri="{FF2B5EF4-FFF2-40B4-BE49-F238E27FC236}">
                    <a16:creationId xmlns:a16="http://schemas.microsoft.com/office/drawing/2014/main" id="{238CFC91-5CB2-4686-BFCF-FB0C7D71502C}"/>
                  </a:ext>
                </a:extLst>
              </p:cNvPr>
              <p:cNvSpPr/>
              <p:nvPr/>
            </p:nvSpPr>
            <p:spPr>
              <a:xfrm>
                <a:off x="498926" y="3320"/>
                <a:ext cx="5387863" cy="0"/>
              </a:xfrm>
              <a:prstGeom prst="line">
                <a:avLst/>
              </a:prstGeom>
              <a:grpFill/>
              <a:ln w="25400" cap="flat">
                <a:solidFill>
                  <a:schemeClr val="accent5">
                    <a:lumMod val="40000"/>
                    <a:lumOff val="60000"/>
                  </a:schemeClr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4" name="AutoShape 6">
                <a:extLst>
                  <a:ext uri="{FF2B5EF4-FFF2-40B4-BE49-F238E27FC236}">
                    <a16:creationId xmlns:a16="http://schemas.microsoft.com/office/drawing/2014/main" id="{B76879D4-BF52-4E95-AC31-FA8A0A877B4D}"/>
                  </a:ext>
                </a:extLst>
              </p:cNvPr>
              <p:cNvSpPr/>
              <p:nvPr/>
            </p:nvSpPr>
            <p:spPr>
              <a:xfrm rot="5400000">
                <a:off x="-2087879" y="2598743"/>
                <a:ext cx="4201158" cy="0"/>
              </a:xfrm>
              <a:prstGeom prst="line">
                <a:avLst/>
              </a:prstGeom>
              <a:grpFill/>
              <a:ln w="25400" cap="flat">
                <a:solidFill>
                  <a:schemeClr val="accent5">
                    <a:lumMod val="40000"/>
                    <a:lumOff val="60000"/>
                  </a:schemeClr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5" name="AutoShape 8">
                <a:extLst>
                  <a:ext uri="{FF2B5EF4-FFF2-40B4-BE49-F238E27FC236}">
                    <a16:creationId xmlns:a16="http://schemas.microsoft.com/office/drawing/2014/main" id="{EC3CA827-A851-48F2-B0D6-8BC63B464571}"/>
                  </a:ext>
                </a:extLst>
              </p:cNvPr>
              <p:cNvSpPr/>
              <p:nvPr/>
            </p:nvSpPr>
            <p:spPr>
              <a:xfrm rot="2507456">
                <a:off x="-49213" y="11853597"/>
                <a:ext cx="657133" cy="0"/>
              </a:xfrm>
              <a:prstGeom prst="line">
                <a:avLst/>
              </a:prstGeom>
              <a:grpFill/>
              <a:ln w="25400" cap="flat">
                <a:solidFill>
                  <a:schemeClr val="accent5">
                    <a:lumMod val="40000"/>
                    <a:lumOff val="60000"/>
                  </a:schemeClr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6" name="AutoShape 9">
                <a:extLst>
                  <a:ext uri="{FF2B5EF4-FFF2-40B4-BE49-F238E27FC236}">
                    <a16:creationId xmlns:a16="http://schemas.microsoft.com/office/drawing/2014/main" id="{1B341738-F856-4678-8ED8-F8CE0B0F0E2E}"/>
                  </a:ext>
                </a:extLst>
              </p:cNvPr>
              <p:cNvSpPr/>
              <p:nvPr/>
            </p:nvSpPr>
            <p:spPr>
              <a:xfrm rot="2537191">
                <a:off x="5789768" y="248639"/>
                <a:ext cx="713779" cy="0"/>
              </a:xfrm>
              <a:prstGeom prst="line">
                <a:avLst/>
              </a:prstGeom>
              <a:grpFill/>
              <a:ln w="25400" cap="flat">
                <a:solidFill>
                  <a:schemeClr val="accent5">
                    <a:lumMod val="40000"/>
                    <a:lumOff val="60000"/>
                  </a:schemeClr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" name="AutoShape 10">
                <a:extLst>
                  <a:ext uri="{FF2B5EF4-FFF2-40B4-BE49-F238E27FC236}">
                    <a16:creationId xmlns:a16="http://schemas.microsoft.com/office/drawing/2014/main" id="{3DF07915-A500-44BA-85FF-8269CC52B58E}"/>
                  </a:ext>
                </a:extLst>
              </p:cNvPr>
              <p:cNvSpPr/>
              <p:nvPr/>
            </p:nvSpPr>
            <p:spPr>
              <a:xfrm rot="8100000">
                <a:off x="-93902" y="248639"/>
                <a:ext cx="713779" cy="0"/>
              </a:xfrm>
              <a:prstGeom prst="line">
                <a:avLst/>
              </a:prstGeom>
              <a:grpFill/>
              <a:ln w="25400" cap="flat">
                <a:solidFill>
                  <a:schemeClr val="accent5">
                    <a:lumMod val="40000"/>
                    <a:lumOff val="60000"/>
                  </a:schemeClr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8" name="AutoShape 11">
                <a:extLst>
                  <a:ext uri="{FF2B5EF4-FFF2-40B4-BE49-F238E27FC236}">
                    <a16:creationId xmlns:a16="http://schemas.microsoft.com/office/drawing/2014/main" id="{868E328E-1A08-4AA3-B732-C097ACC05243}"/>
                  </a:ext>
                </a:extLst>
              </p:cNvPr>
              <p:cNvSpPr/>
              <p:nvPr/>
            </p:nvSpPr>
            <p:spPr>
              <a:xfrm rot="-8100000">
                <a:off x="-93902" y="4960661"/>
                <a:ext cx="713779" cy="0"/>
              </a:xfrm>
              <a:prstGeom prst="line">
                <a:avLst/>
              </a:prstGeom>
              <a:grpFill/>
              <a:ln w="25400" cap="flat">
                <a:solidFill>
                  <a:schemeClr val="accent5">
                    <a:lumMod val="40000"/>
                    <a:lumOff val="60000"/>
                  </a:schemeClr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9" name="AutoShape 12">
                <a:extLst>
                  <a:ext uri="{FF2B5EF4-FFF2-40B4-BE49-F238E27FC236}">
                    <a16:creationId xmlns:a16="http://schemas.microsoft.com/office/drawing/2014/main" id="{DD32F672-889F-47D1-8A4C-C458D1D58D1D}"/>
                  </a:ext>
                </a:extLst>
              </p:cNvPr>
              <p:cNvSpPr/>
              <p:nvPr/>
            </p:nvSpPr>
            <p:spPr>
              <a:xfrm rot="5399999">
                <a:off x="21323354" y="2268963"/>
                <a:ext cx="2851900" cy="25370"/>
              </a:xfrm>
              <a:prstGeom prst="line">
                <a:avLst/>
              </a:prstGeom>
              <a:grpFill/>
              <a:ln w="25400" cap="flat">
                <a:solidFill>
                  <a:schemeClr val="accent5">
                    <a:lumMod val="40000"/>
                    <a:lumOff val="60000"/>
                  </a:schemeClr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10" name="AutoShape 13">
                <a:extLst>
                  <a:ext uri="{FF2B5EF4-FFF2-40B4-BE49-F238E27FC236}">
                    <a16:creationId xmlns:a16="http://schemas.microsoft.com/office/drawing/2014/main" id="{BBCC9A8A-10C2-47D7-B772-CB0AC916A446}"/>
                  </a:ext>
                </a:extLst>
              </p:cNvPr>
              <p:cNvSpPr/>
              <p:nvPr/>
            </p:nvSpPr>
            <p:spPr>
              <a:xfrm rot="5400000">
                <a:off x="21421306" y="9008844"/>
                <a:ext cx="2681427" cy="0"/>
              </a:xfrm>
              <a:prstGeom prst="line">
                <a:avLst/>
              </a:prstGeom>
              <a:grpFill/>
              <a:ln w="25400" cap="flat">
                <a:solidFill>
                  <a:schemeClr val="accent5">
                    <a:lumMod val="40000"/>
                    <a:lumOff val="60000"/>
                  </a:schemeClr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1" name="AutoShape 14">
                <a:extLst>
                  <a:ext uri="{FF2B5EF4-FFF2-40B4-BE49-F238E27FC236}">
                    <a16:creationId xmlns:a16="http://schemas.microsoft.com/office/drawing/2014/main" id="{C71E7C01-67C4-42BB-A45A-CADC5D15379B}"/>
                  </a:ext>
                </a:extLst>
              </p:cNvPr>
              <p:cNvSpPr/>
              <p:nvPr/>
            </p:nvSpPr>
            <p:spPr>
              <a:xfrm rot="5400000">
                <a:off x="-2554096" y="8287723"/>
                <a:ext cx="6131445" cy="0"/>
              </a:xfrm>
              <a:prstGeom prst="line">
                <a:avLst/>
              </a:prstGeom>
              <a:grpFill/>
              <a:ln w="25400" cap="flat">
                <a:solidFill>
                  <a:schemeClr val="accent5">
                    <a:lumMod val="40000"/>
                    <a:lumOff val="60000"/>
                  </a:schemeClr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2" name="AutoShape 15">
                <a:extLst>
                  <a:ext uri="{FF2B5EF4-FFF2-40B4-BE49-F238E27FC236}">
                    <a16:creationId xmlns:a16="http://schemas.microsoft.com/office/drawing/2014/main" id="{705D1FB0-0C74-40A2-9AB2-D5FC17CAC6EA}"/>
                  </a:ext>
                </a:extLst>
              </p:cNvPr>
              <p:cNvSpPr/>
              <p:nvPr/>
            </p:nvSpPr>
            <p:spPr>
              <a:xfrm rot="5400000">
                <a:off x="-2942255" y="8676666"/>
                <a:ext cx="5960711" cy="0"/>
              </a:xfrm>
              <a:prstGeom prst="line">
                <a:avLst/>
              </a:prstGeom>
              <a:grpFill/>
              <a:ln w="25400" cap="flat">
                <a:solidFill>
                  <a:schemeClr val="accent5">
                    <a:lumMod val="40000"/>
                    <a:lumOff val="60000"/>
                  </a:schemeClr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3" name="AutoShape 16">
                <a:extLst>
                  <a:ext uri="{FF2B5EF4-FFF2-40B4-BE49-F238E27FC236}">
                    <a16:creationId xmlns:a16="http://schemas.microsoft.com/office/drawing/2014/main" id="{D25832A1-B35C-43EA-B856-15F6E8687461}"/>
                  </a:ext>
                </a:extLst>
              </p:cNvPr>
              <p:cNvSpPr/>
              <p:nvPr/>
            </p:nvSpPr>
            <p:spPr>
              <a:xfrm flipV="1">
                <a:off x="6419224" y="362710"/>
                <a:ext cx="15838208" cy="122753"/>
              </a:xfrm>
              <a:prstGeom prst="line">
                <a:avLst/>
              </a:prstGeom>
              <a:grpFill/>
              <a:ln w="25400" cap="flat">
                <a:solidFill>
                  <a:schemeClr val="accent5">
                    <a:lumMod val="40000"/>
                    <a:lumOff val="60000"/>
                  </a:schemeClr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 dirty="0"/>
              </a:p>
            </p:txBody>
          </p:sp>
          <p:grpSp>
            <p:nvGrpSpPr>
              <p:cNvPr id="14" name="Group 17">
                <a:extLst>
                  <a:ext uri="{FF2B5EF4-FFF2-40B4-BE49-F238E27FC236}">
                    <a16:creationId xmlns:a16="http://schemas.microsoft.com/office/drawing/2014/main" id="{8A996F3E-081B-4BD4-9676-BE921DD652F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2602654" y="3573633"/>
                <a:ext cx="293332" cy="293332"/>
                <a:chOff x="0" y="0"/>
                <a:chExt cx="6350000" cy="6350000"/>
              </a:xfrm>
              <a:grpFill/>
            </p:grpSpPr>
            <p:sp>
              <p:nvSpPr>
                <p:cNvPr id="22" name="Freeform 18">
                  <a:extLst>
                    <a:ext uri="{FF2B5EF4-FFF2-40B4-BE49-F238E27FC236}">
                      <a16:creationId xmlns:a16="http://schemas.microsoft.com/office/drawing/2014/main" id="{662EDF37-F51C-4B99-A0B4-BE448EFDBC06}"/>
                    </a:ext>
                  </a:extLst>
                </p:cNvPr>
                <p:cNvSpPr/>
                <p:nvPr/>
              </p:nvSpPr>
              <p:spPr>
                <a:xfrm>
                  <a:off x="-156812" y="-5088"/>
                  <a:ext cx="6663624" cy="63601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3624" h="6360176">
                      <a:moveTo>
                        <a:pt x="3331812" y="5088"/>
                      </a:moveTo>
                      <a:lnTo>
                        <a:pt x="3331812" y="5088"/>
                      </a:lnTo>
                      <a:cubicBezTo>
                        <a:pt x="2194111" y="0"/>
                        <a:pt x="1140649" y="604036"/>
                        <a:pt x="570324" y="1588475"/>
                      </a:cubicBezTo>
                      <a:cubicBezTo>
                        <a:pt x="0" y="2572913"/>
                        <a:pt x="0" y="3787263"/>
                        <a:pt x="570324" y="4771701"/>
                      </a:cubicBezTo>
                      <a:cubicBezTo>
                        <a:pt x="1140649" y="5756140"/>
                        <a:pt x="2194111" y="6360176"/>
                        <a:pt x="3331812" y="6355088"/>
                      </a:cubicBezTo>
                      <a:cubicBezTo>
                        <a:pt x="4469513" y="6360176"/>
                        <a:pt x="5522976" y="5756140"/>
                        <a:pt x="6093300" y="4771701"/>
                      </a:cubicBezTo>
                      <a:cubicBezTo>
                        <a:pt x="6663624" y="3787263"/>
                        <a:pt x="6663624" y="2572913"/>
                        <a:pt x="6093300" y="1588475"/>
                      </a:cubicBezTo>
                      <a:cubicBezTo>
                        <a:pt x="5522976" y="604036"/>
                        <a:pt x="4469513" y="0"/>
                        <a:pt x="3331812" y="5088"/>
                      </a:cubicBezTo>
                      <a:close/>
                    </a:path>
                  </a:pathLst>
                </a:cu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noFill/>
                </a:ln>
              </p:spPr>
            </p:sp>
          </p:grpSp>
          <p:pic>
            <p:nvPicPr>
              <p:cNvPr id="15" name="Picture 19">
                <a:extLst>
                  <a:ext uri="{FF2B5EF4-FFF2-40B4-BE49-F238E27FC236}">
                    <a16:creationId xmlns:a16="http://schemas.microsoft.com/office/drawing/2014/main" id="{22A15015-DB6B-4B68-86C0-736077B75F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22422999" y="4320719"/>
                <a:ext cx="652642" cy="652642"/>
              </a:xfrm>
              <a:prstGeom prst="rect">
                <a:avLst/>
              </a:prstGeom>
            </p:spPr>
          </p:pic>
          <p:pic>
            <p:nvPicPr>
              <p:cNvPr id="16" name="Picture 20">
                <a:extLst>
                  <a:ext uri="{FF2B5EF4-FFF2-40B4-BE49-F238E27FC236}">
                    <a16:creationId xmlns:a16="http://schemas.microsoft.com/office/drawing/2014/main" id="{72141098-7A10-4A43-BCA7-8062019E81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22422999" y="5232703"/>
                <a:ext cx="652642" cy="652642"/>
              </a:xfrm>
              <a:prstGeom prst="rect">
                <a:avLst/>
              </a:prstGeom>
            </p:spPr>
          </p:pic>
          <p:pic>
            <p:nvPicPr>
              <p:cNvPr id="17" name="Picture 21">
                <a:extLst>
                  <a:ext uri="{FF2B5EF4-FFF2-40B4-BE49-F238E27FC236}">
                    <a16:creationId xmlns:a16="http://schemas.microsoft.com/office/drawing/2014/main" id="{97AE99F5-A0AE-4191-A1A3-2B175244E2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22320558" y="6342544"/>
                <a:ext cx="882924" cy="882924"/>
              </a:xfrm>
              <a:prstGeom prst="rect">
                <a:avLst/>
              </a:prstGeom>
            </p:spPr>
          </p:pic>
          <p:sp>
            <p:nvSpPr>
              <p:cNvPr id="19" name="AutoShape 23">
                <a:extLst>
                  <a:ext uri="{FF2B5EF4-FFF2-40B4-BE49-F238E27FC236}">
                    <a16:creationId xmlns:a16="http://schemas.microsoft.com/office/drawing/2014/main" id="{47016DAD-F352-4947-9A51-FF12669F2FBD}"/>
                  </a:ext>
                </a:extLst>
              </p:cNvPr>
              <p:cNvSpPr/>
              <p:nvPr/>
            </p:nvSpPr>
            <p:spPr>
              <a:xfrm rot="2700000">
                <a:off x="460128" y="11489681"/>
                <a:ext cx="386577" cy="0"/>
              </a:xfrm>
              <a:prstGeom prst="line">
                <a:avLst/>
              </a:prstGeom>
              <a:grpFill/>
              <a:ln w="25400" cap="flat">
                <a:solidFill>
                  <a:schemeClr val="accent5">
                    <a:lumMod val="40000"/>
                    <a:lumOff val="60000"/>
                  </a:schemeClr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0" name="AutoShape 24">
                <a:extLst>
                  <a:ext uri="{FF2B5EF4-FFF2-40B4-BE49-F238E27FC236}">
                    <a16:creationId xmlns:a16="http://schemas.microsoft.com/office/drawing/2014/main" id="{197F8097-84A2-4AF2-9C57-77A1DFA02B43}"/>
                  </a:ext>
                </a:extLst>
              </p:cNvPr>
              <p:cNvSpPr/>
              <p:nvPr/>
            </p:nvSpPr>
            <p:spPr>
              <a:xfrm>
                <a:off x="799073" y="11622637"/>
                <a:ext cx="19436144" cy="0"/>
              </a:xfrm>
              <a:prstGeom prst="line">
                <a:avLst/>
              </a:prstGeom>
              <a:grpFill/>
              <a:ln w="25400" cap="flat">
                <a:solidFill>
                  <a:schemeClr val="accent5">
                    <a:lumMod val="40000"/>
                    <a:lumOff val="60000"/>
                  </a:schemeClr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1" name="AutoShape 25">
                <a:extLst>
                  <a:ext uri="{FF2B5EF4-FFF2-40B4-BE49-F238E27FC236}">
                    <a16:creationId xmlns:a16="http://schemas.microsoft.com/office/drawing/2014/main" id="{970846D1-4DF9-417A-868C-83201679BA71}"/>
                  </a:ext>
                </a:extLst>
              </p:cNvPr>
              <p:cNvSpPr/>
              <p:nvPr/>
            </p:nvSpPr>
            <p:spPr>
              <a:xfrm>
                <a:off x="516741" y="12077204"/>
                <a:ext cx="19155545" cy="0"/>
              </a:xfrm>
              <a:prstGeom prst="line">
                <a:avLst/>
              </a:prstGeom>
              <a:grpFill/>
              <a:ln w="25400" cap="flat">
                <a:solidFill>
                  <a:schemeClr val="accent5">
                    <a:lumMod val="40000"/>
                    <a:lumOff val="60000"/>
                  </a:schemeClr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23" name="弧形 2">
              <a:extLst>
                <a:ext uri="{FF2B5EF4-FFF2-40B4-BE49-F238E27FC236}">
                  <a16:creationId xmlns:a16="http://schemas.microsoft.com/office/drawing/2014/main" id="{C435C0FB-AC9C-4737-BAC2-A5EECE4EB9D0}"/>
                </a:ext>
              </a:extLst>
            </p:cNvPr>
            <p:cNvSpPr/>
            <p:nvPr/>
          </p:nvSpPr>
          <p:spPr>
            <a:xfrm>
              <a:off x="10712776" y="1275647"/>
              <a:ext cx="237960" cy="237900"/>
            </a:xfrm>
            <a:custGeom>
              <a:avLst/>
              <a:gdLst>
                <a:gd name="connsiteX0" fmla="*/ 237959 w 475919"/>
                <a:gd name="connsiteY0" fmla="*/ 0 h 475800"/>
                <a:gd name="connsiteX1" fmla="*/ 475919 w 475919"/>
                <a:gd name="connsiteY1" fmla="*/ 237900 h 475800"/>
                <a:gd name="connsiteX2" fmla="*/ 237960 w 475919"/>
                <a:gd name="connsiteY2" fmla="*/ 237900 h 475800"/>
                <a:gd name="connsiteX3" fmla="*/ 237959 w 475919"/>
                <a:gd name="connsiteY3" fmla="*/ 0 h 475800"/>
                <a:gd name="connsiteX0" fmla="*/ 237959 w 475919"/>
                <a:gd name="connsiteY0" fmla="*/ 0 h 475800"/>
                <a:gd name="connsiteX1" fmla="*/ 475919 w 475919"/>
                <a:gd name="connsiteY1" fmla="*/ 237900 h 475800"/>
                <a:gd name="connsiteX0" fmla="*/ 0 w 237960"/>
                <a:gd name="connsiteY0" fmla="*/ 0 h 237900"/>
                <a:gd name="connsiteX1" fmla="*/ 237960 w 237960"/>
                <a:gd name="connsiteY1" fmla="*/ 237900 h 237900"/>
                <a:gd name="connsiteX2" fmla="*/ 1 w 237960"/>
                <a:gd name="connsiteY2" fmla="*/ 237900 h 237900"/>
                <a:gd name="connsiteX3" fmla="*/ 0 w 237960"/>
                <a:gd name="connsiteY3" fmla="*/ 0 h 237900"/>
                <a:gd name="connsiteX0" fmla="*/ 0 w 237960"/>
                <a:gd name="connsiteY0" fmla="*/ 0 h 237900"/>
                <a:gd name="connsiteX1" fmla="*/ 227368 w 237960"/>
                <a:gd name="connsiteY1" fmla="*/ 237900 h 237900"/>
                <a:gd name="connsiteX0" fmla="*/ 0 w 237960"/>
                <a:gd name="connsiteY0" fmla="*/ 0 h 237900"/>
                <a:gd name="connsiteX1" fmla="*/ 237960 w 237960"/>
                <a:gd name="connsiteY1" fmla="*/ 237900 h 237900"/>
                <a:gd name="connsiteX2" fmla="*/ 1 w 237960"/>
                <a:gd name="connsiteY2" fmla="*/ 237900 h 237900"/>
                <a:gd name="connsiteX3" fmla="*/ 0 w 237960"/>
                <a:gd name="connsiteY3" fmla="*/ 0 h 237900"/>
                <a:gd name="connsiteX0" fmla="*/ 0 w 237960"/>
                <a:gd name="connsiteY0" fmla="*/ 0 h 237900"/>
                <a:gd name="connsiteX1" fmla="*/ 219221 w 237960"/>
                <a:gd name="connsiteY1" fmla="*/ 233827 h 23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7960" h="237900" stroke="0" extrusionOk="0">
                  <a:moveTo>
                    <a:pt x="0" y="0"/>
                  </a:moveTo>
                  <a:cubicBezTo>
                    <a:pt x="131422" y="0"/>
                    <a:pt x="237960" y="106511"/>
                    <a:pt x="237960" y="237900"/>
                  </a:cubicBezTo>
                  <a:lnTo>
                    <a:pt x="1" y="237900"/>
                  </a:lnTo>
                  <a:cubicBezTo>
                    <a:pt x="1" y="158600"/>
                    <a:pt x="0" y="79300"/>
                    <a:pt x="0" y="0"/>
                  </a:cubicBezTo>
                  <a:close/>
                </a:path>
                <a:path w="237960" h="237900" fill="none">
                  <a:moveTo>
                    <a:pt x="0" y="0"/>
                  </a:moveTo>
                  <a:cubicBezTo>
                    <a:pt x="131422" y="0"/>
                    <a:pt x="219221" y="102438"/>
                    <a:pt x="219221" y="233827"/>
                  </a:cubicBezTo>
                </a:path>
              </a:pathLst>
            </a:custGeom>
            <a:ln w="28575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弧形 64">
              <a:extLst>
                <a:ext uri="{FF2B5EF4-FFF2-40B4-BE49-F238E27FC236}">
                  <a16:creationId xmlns:a16="http://schemas.microsoft.com/office/drawing/2014/main" id="{F3BB4BBD-A741-4A6E-BDA0-E87DAB120024}"/>
                </a:ext>
              </a:extLst>
            </p:cNvPr>
            <p:cNvSpPr/>
            <p:nvPr/>
          </p:nvSpPr>
          <p:spPr>
            <a:xfrm flipV="1">
              <a:off x="10540286" y="5803796"/>
              <a:ext cx="392541" cy="381675"/>
            </a:xfrm>
            <a:custGeom>
              <a:avLst/>
              <a:gdLst>
                <a:gd name="connsiteX0" fmla="*/ 307959 w 615919"/>
                <a:gd name="connsiteY0" fmla="*/ 0 h 265001"/>
                <a:gd name="connsiteX1" fmla="*/ 615919 w 615919"/>
                <a:gd name="connsiteY1" fmla="*/ 132501 h 265001"/>
                <a:gd name="connsiteX2" fmla="*/ 307960 w 615919"/>
                <a:gd name="connsiteY2" fmla="*/ 132501 h 265001"/>
                <a:gd name="connsiteX3" fmla="*/ 307959 w 615919"/>
                <a:gd name="connsiteY3" fmla="*/ 0 h 265001"/>
                <a:gd name="connsiteX0" fmla="*/ 307959 w 615919"/>
                <a:gd name="connsiteY0" fmla="*/ 0 h 265001"/>
                <a:gd name="connsiteX1" fmla="*/ 615919 w 615919"/>
                <a:gd name="connsiteY1" fmla="*/ 132501 h 265001"/>
                <a:gd name="connsiteX0" fmla="*/ 0 w 307960"/>
                <a:gd name="connsiteY0" fmla="*/ 0 h 132501"/>
                <a:gd name="connsiteX1" fmla="*/ 307960 w 307960"/>
                <a:gd name="connsiteY1" fmla="*/ 132501 h 132501"/>
                <a:gd name="connsiteX2" fmla="*/ 93727 w 307960"/>
                <a:gd name="connsiteY2" fmla="*/ 102783 h 132501"/>
                <a:gd name="connsiteX3" fmla="*/ 0 w 307960"/>
                <a:gd name="connsiteY3" fmla="*/ 0 h 132501"/>
                <a:gd name="connsiteX0" fmla="*/ 0 w 307960"/>
                <a:gd name="connsiteY0" fmla="*/ 0 h 132501"/>
                <a:gd name="connsiteX1" fmla="*/ 307960 w 307960"/>
                <a:gd name="connsiteY1" fmla="*/ 132501 h 132501"/>
                <a:gd name="connsiteX0" fmla="*/ 84581 w 392541"/>
                <a:gd name="connsiteY0" fmla="*/ 0 h 381675"/>
                <a:gd name="connsiteX1" fmla="*/ 392541 w 392541"/>
                <a:gd name="connsiteY1" fmla="*/ 132501 h 381675"/>
                <a:gd name="connsiteX2" fmla="*/ 0 w 392541"/>
                <a:gd name="connsiteY2" fmla="*/ 381675 h 381675"/>
                <a:gd name="connsiteX3" fmla="*/ 84581 w 392541"/>
                <a:gd name="connsiteY3" fmla="*/ 0 h 381675"/>
                <a:gd name="connsiteX0" fmla="*/ 84581 w 392541"/>
                <a:gd name="connsiteY0" fmla="*/ 0 h 381675"/>
                <a:gd name="connsiteX1" fmla="*/ 392541 w 392541"/>
                <a:gd name="connsiteY1" fmla="*/ 132501 h 381675"/>
                <a:gd name="connsiteX0" fmla="*/ 84581 w 392541"/>
                <a:gd name="connsiteY0" fmla="*/ 0 h 381675"/>
                <a:gd name="connsiteX1" fmla="*/ 392541 w 392541"/>
                <a:gd name="connsiteY1" fmla="*/ 132501 h 381675"/>
                <a:gd name="connsiteX2" fmla="*/ 0 w 392541"/>
                <a:gd name="connsiteY2" fmla="*/ 381675 h 381675"/>
                <a:gd name="connsiteX3" fmla="*/ 84581 w 392541"/>
                <a:gd name="connsiteY3" fmla="*/ 0 h 381675"/>
                <a:gd name="connsiteX0" fmla="*/ 217169 w 392541"/>
                <a:gd name="connsiteY0" fmla="*/ 0 h 381675"/>
                <a:gd name="connsiteX1" fmla="*/ 392541 w 392541"/>
                <a:gd name="connsiteY1" fmla="*/ 132501 h 381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2541" h="381675" stroke="0" extrusionOk="0">
                  <a:moveTo>
                    <a:pt x="84581" y="0"/>
                  </a:moveTo>
                  <a:cubicBezTo>
                    <a:pt x="254663" y="0"/>
                    <a:pt x="392541" y="59323"/>
                    <a:pt x="392541" y="132501"/>
                  </a:cubicBezTo>
                  <a:cubicBezTo>
                    <a:pt x="289888" y="132501"/>
                    <a:pt x="102653" y="381675"/>
                    <a:pt x="0" y="381675"/>
                  </a:cubicBezTo>
                  <a:cubicBezTo>
                    <a:pt x="0" y="337508"/>
                    <a:pt x="84581" y="44167"/>
                    <a:pt x="84581" y="0"/>
                  </a:cubicBezTo>
                  <a:close/>
                </a:path>
                <a:path w="392541" h="381675" fill="none">
                  <a:moveTo>
                    <a:pt x="217169" y="0"/>
                  </a:moveTo>
                  <a:cubicBezTo>
                    <a:pt x="387251" y="0"/>
                    <a:pt x="392541" y="59323"/>
                    <a:pt x="392541" y="132501"/>
                  </a:cubicBezTo>
                </a:path>
              </a:pathLst>
            </a:custGeom>
            <a:ln w="28575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89B51D6-3AD6-447E-B85B-E5AF279AAB68}"/>
                </a:ext>
              </a:extLst>
            </p:cNvPr>
            <p:cNvCxnSpPr>
              <a:cxnSpLocks/>
              <a:endCxn id="65" idx="0"/>
            </p:cNvCxnSpPr>
            <p:nvPr/>
          </p:nvCxnSpPr>
          <p:spPr>
            <a:xfrm flipV="1">
              <a:off x="9817228" y="6185471"/>
              <a:ext cx="940227" cy="452"/>
            </a:xfrm>
            <a:prstGeom prst="line">
              <a:avLst/>
            </a:prstGeom>
            <a:ln w="28575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2F632361-73E5-4BB1-9D3B-CA2F43244EB7}"/>
                </a:ext>
              </a:extLst>
            </p:cNvPr>
            <p:cNvCxnSpPr>
              <a:cxnSpLocks/>
              <a:stCxn id="65" idx="2"/>
            </p:cNvCxnSpPr>
            <p:nvPr/>
          </p:nvCxnSpPr>
          <p:spPr>
            <a:xfrm flipV="1">
              <a:off x="10932827" y="5603876"/>
              <a:ext cx="12" cy="449094"/>
            </a:xfrm>
            <a:prstGeom prst="line">
              <a:avLst/>
            </a:prstGeom>
            <a:ln w="28575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57905F9-EC97-4F43-9599-43B6F4787791}"/>
                </a:ext>
              </a:extLst>
            </p:cNvPr>
            <p:cNvCxnSpPr>
              <a:cxnSpLocks/>
            </p:cNvCxnSpPr>
            <p:nvPr/>
          </p:nvCxnSpPr>
          <p:spPr>
            <a:xfrm>
              <a:off x="9585262" y="6382566"/>
              <a:ext cx="1347565" cy="0"/>
            </a:xfrm>
            <a:prstGeom prst="line">
              <a:avLst/>
            </a:prstGeom>
            <a:ln w="28575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3" name="图片 52">
            <a:extLst>
              <a:ext uri="{FF2B5EF4-FFF2-40B4-BE49-F238E27FC236}">
                <a16:creationId xmlns:a16="http://schemas.microsoft.com/office/drawing/2014/main" id="{BFD0F641-0EDF-4363-97DD-CB353B157AD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41" t="22883" r="65763" b="46642"/>
          <a:stretch/>
        </p:blipFill>
        <p:spPr>
          <a:xfrm>
            <a:off x="9604654" y="1965479"/>
            <a:ext cx="956833" cy="1890330"/>
          </a:xfrm>
          <a:prstGeom prst="rect">
            <a:avLst/>
          </a:prstGeom>
          <a:ln>
            <a:solidFill>
              <a:schemeClr val="accent5"/>
            </a:solidFill>
          </a:ln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41A2E176-2B0E-4CD6-AA83-5E4B61A3D63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41" t="22883" r="65763" b="46642"/>
          <a:stretch/>
        </p:blipFill>
        <p:spPr>
          <a:xfrm>
            <a:off x="8654287" y="1967101"/>
            <a:ext cx="956833" cy="1890330"/>
          </a:xfrm>
          <a:prstGeom prst="rect">
            <a:avLst/>
          </a:prstGeom>
          <a:ln>
            <a:solidFill>
              <a:schemeClr val="accent5"/>
            </a:solidFill>
          </a:ln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ECACE2F7-6906-40D8-B84E-E1B98B45864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41" t="22883" r="65763" b="46642"/>
          <a:stretch/>
        </p:blipFill>
        <p:spPr>
          <a:xfrm>
            <a:off x="7705084" y="1967101"/>
            <a:ext cx="956833" cy="1890330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25" name="TextBox 34">
            <a:extLst>
              <a:ext uri="{FF2B5EF4-FFF2-40B4-BE49-F238E27FC236}">
                <a16:creationId xmlns:a16="http://schemas.microsoft.com/office/drawing/2014/main" id="{3C26BAD1-E63D-44FE-8FF9-781E28CD05BD}"/>
              </a:ext>
            </a:extLst>
          </p:cNvPr>
          <p:cNvSpPr txBox="1"/>
          <p:nvPr/>
        </p:nvSpPr>
        <p:spPr>
          <a:xfrm>
            <a:off x="2307091" y="4622296"/>
            <a:ext cx="2005242" cy="1119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2000" dirty="0">
                <a:latin typeface="+mn-ea"/>
              </a:rPr>
              <a:t>请输入内容</a:t>
            </a:r>
            <a:endParaRPr lang="en-US" altLang="zh-CN" sz="2000" dirty="0">
              <a:latin typeface="+mn-ea"/>
            </a:endParaRPr>
          </a:p>
          <a:p>
            <a:pPr algn="ctr">
              <a:lnSpc>
                <a:spcPct val="125000"/>
              </a:lnSpc>
            </a:pPr>
            <a:r>
              <a:rPr lang="zh-CN" altLang="en-US" sz="2000" dirty="0">
                <a:latin typeface="+mn-ea"/>
              </a:rPr>
              <a:t>请输入内容</a:t>
            </a:r>
            <a:endParaRPr lang="en-US" altLang="zh-CN" sz="2000" dirty="0">
              <a:latin typeface="+mn-ea"/>
            </a:endParaRPr>
          </a:p>
          <a:p>
            <a:pPr algn="ctr">
              <a:lnSpc>
                <a:spcPct val="125000"/>
              </a:lnSpc>
            </a:pPr>
            <a:r>
              <a:rPr lang="zh-CN" altLang="en-US" sz="2000" dirty="0">
                <a:latin typeface="+mn-ea"/>
              </a:rPr>
              <a:t>请输入内容</a:t>
            </a:r>
            <a:endParaRPr lang="en-US" altLang="zh-CN" sz="2000" dirty="0">
              <a:latin typeface="+mn-ea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7B62496-1302-4BFA-B515-B77C83D209D8}"/>
              </a:ext>
            </a:extLst>
          </p:cNvPr>
          <p:cNvSpPr/>
          <p:nvPr/>
        </p:nvSpPr>
        <p:spPr>
          <a:xfrm>
            <a:off x="2468253" y="4130557"/>
            <a:ext cx="1891431" cy="372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917"/>
              </a:lnSpc>
            </a:pPr>
            <a:r>
              <a:rPr lang="zh-CN" altLang="en-US" sz="3200" b="1" dirty="0">
                <a:ln w="6600">
                  <a:solidFill>
                    <a:srgbClr val="003F88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关键词一</a:t>
            </a:r>
            <a:endParaRPr lang="en-US" altLang="zh-CN" sz="3200" b="1" dirty="0">
              <a:ln w="6600">
                <a:solidFill>
                  <a:srgbClr val="003F88"/>
                </a:solidFill>
                <a:prstDash val="solid"/>
              </a:ln>
              <a:solidFill>
                <a:srgbClr val="FFFFFF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3D65B6A-FF15-4C7A-BBD1-CB0521DC5D81}"/>
              </a:ext>
            </a:extLst>
          </p:cNvPr>
          <p:cNvSpPr/>
          <p:nvPr/>
        </p:nvSpPr>
        <p:spPr>
          <a:xfrm>
            <a:off x="1908330" y="1993437"/>
            <a:ext cx="2783230" cy="1875558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Box 34">
            <a:extLst>
              <a:ext uri="{FF2B5EF4-FFF2-40B4-BE49-F238E27FC236}">
                <a16:creationId xmlns:a16="http://schemas.microsoft.com/office/drawing/2014/main" id="{96400892-D6CD-461B-B72F-211C703D995F}"/>
              </a:ext>
            </a:extLst>
          </p:cNvPr>
          <p:cNvSpPr txBox="1"/>
          <p:nvPr/>
        </p:nvSpPr>
        <p:spPr>
          <a:xfrm>
            <a:off x="5208163" y="2667476"/>
            <a:ext cx="2005242" cy="1119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2000" dirty="0">
                <a:latin typeface="+mn-ea"/>
              </a:rPr>
              <a:t>请输入内容</a:t>
            </a:r>
            <a:endParaRPr lang="en-US" altLang="zh-CN" sz="2000" dirty="0">
              <a:latin typeface="+mn-ea"/>
            </a:endParaRPr>
          </a:p>
          <a:p>
            <a:pPr algn="ctr">
              <a:lnSpc>
                <a:spcPct val="125000"/>
              </a:lnSpc>
            </a:pPr>
            <a:r>
              <a:rPr lang="zh-CN" altLang="en-US" sz="2000" dirty="0">
                <a:latin typeface="+mn-ea"/>
              </a:rPr>
              <a:t>请输入内容</a:t>
            </a:r>
            <a:endParaRPr lang="en-US" altLang="zh-CN" sz="2000" dirty="0">
              <a:latin typeface="+mn-ea"/>
            </a:endParaRPr>
          </a:p>
          <a:p>
            <a:pPr algn="ctr">
              <a:lnSpc>
                <a:spcPct val="125000"/>
              </a:lnSpc>
            </a:pPr>
            <a:r>
              <a:rPr lang="zh-CN" altLang="en-US" sz="2000" dirty="0">
                <a:latin typeface="+mn-ea"/>
              </a:rPr>
              <a:t>请输入内容</a:t>
            </a:r>
            <a:endParaRPr lang="en-US" altLang="zh-CN" sz="2000" dirty="0">
              <a:latin typeface="+mn-ea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192FB5B-FF7B-41EB-BA38-63A649EDBB6F}"/>
              </a:ext>
            </a:extLst>
          </p:cNvPr>
          <p:cNvSpPr/>
          <p:nvPr/>
        </p:nvSpPr>
        <p:spPr>
          <a:xfrm>
            <a:off x="5369326" y="2239745"/>
            <a:ext cx="2005242" cy="372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917"/>
              </a:lnSpc>
            </a:pPr>
            <a:r>
              <a:rPr lang="zh-CN" altLang="en-US" sz="3200" b="1" dirty="0">
                <a:ln w="6600">
                  <a:solidFill>
                    <a:srgbClr val="003F88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关键词二</a:t>
            </a:r>
            <a:endParaRPr lang="en-US" altLang="zh-CN" sz="3200" b="1" dirty="0">
              <a:ln w="6600">
                <a:solidFill>
                  <a:srgbClr val="003F88"/>
                </a:solidFill>
                <a:prstDash val="solid"/>
              </a:ln>
              <a:solidFill>
                <a:srgbClr val="FFFFFF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0C8891A-A7B1-4540-B9AC-216DE8A34C59}"/>
              </a:ext>
            </a:extLst>
          </p:cNvPr>
          <p:cNvSpPr/>
          <p:nvPr/>
        </p:nvSpPr>
        <p:spPr>
          <a:xfrm>
            <a:off x="4804293" y="3945917"/>
            <a:ext cx="2783230" cy="1875558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TextBox 34">
            <a:extLst>
              <a:ext uri="{FF2B5EF4-FFF2-40B4-BE49-F238E27FC236}">
                <a16:creationId xmlns:a16="http://schemas.microsoft.com/office/drawing/2014/main" id="{2FCD3E75-DF31-4919-8642-EC34C0F8C5D9}"/>
              </a:ext>
            </a:extLst>
          </p:cNvPr>
          <p:cNvSpPr txBox="1"/>
          <p:nvPr/>
        </p:nvSpPr>
        <p:spPr>
          <a:xfrm>
            <a:off x="8110036" y="4621662"/>
            <a:ext cx="2005242" cy="1119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2000" dirty="0">
                <a:latin typeface="+mn-ea"/>
              </a:rPr>
              <a:t>请输入内容</a:t>
            </a:r>
            <a:endParaRPr lang="en-US" altLang="zh-CN" sz="2000" dirty="0">
              <a:latin typeface="+mn-ea"/>
            </a:endParaRPr>
          </a:p>
          <a:p>
            <a:pPr algn="ctr">
              <a:lnSpc>
                <a:spcPct val="125000"/>
              </a:lnSpc>
            </a:pPr>
            <a:r>
              <a:rPr lang="zh-CN" altLang="en-US" sz="2000" dirty="0">
                <a:latin typeface="+mn-ea"/>
              </a:rPr>
              <a:t>请输入内容</a:t>
            </a:r>
            <a:endParaRPr lang="en-US" altLang="zh-CN" sz="2000" dirty="0">
              <a:latin typeface="+mn-ea"/>
            </a:endParaRPr>
          </a:p>
          <a:p>
            <a:pPr algn="ctr">
              <a:lnSpc>
                <a:spcPct val="125000"/>
              </a:lnSpc>
            </a:pPr>
            <a:r>
              <a:rPr lang="zh-CN" altLang="en-US" sz="2000" dirty="0">
                <a:latin typeface="+mn-ea"/>
              </a:rPr>
              <a:t>请输入内容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7438C55-D7C2-49A7-A390-46A1030C5EDA}"/>
              </a:ext>
            </a:extLst>
          </p:cNvPr>
          <p:cNvSpPr/>
          <p:nvPr/>
        </p:nvSpPr>
        <p:spPr>
          <a:xfrm>
            <a:off x="8271198" y="4129923"/>
            <a:ext cx="2005233" cy="372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917"/>
              </a:lnSpc>
            </a:pPr>
            <a:r>
              <a:rPr lang="zh-CN" altLang="en-US" sz="3200" b="1" dirty="0">
                <a:ln w="6600">
                  <a:solidFill>
                    <a:srgbClr val="003F88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关键词三</a:t>
            </a:r>
            <a:endParaRPr lang="en-US" altLang="zh-CN" sz="3200" b="1" dirty="0">
              <a:ln w="6600">
                <a:solidFill>
                  <a:srgbClr val="003F88"/>
                </a:solidFill>
                <a:prstDash val="solid"/>
              </a:ln>
              <a:solidFill>
                <a:srgbClr val="FFFFFF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4B30762-DC75-4316-85BF-1FC1B4095490}"/>
              </a:ext>
            </a:extLst>
          </p:cNvPr>
          <p:cNvSpPr/>
          <p:nvPr/>
        </p:nvSpPr>
        <p:spPr>
          <a:xfrm>
            <a:off x="7699463" y="1982585"/>
            <a:ext cx="2783230" cy="1875558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FC77FA3-9647-4B8F-9A82-07228EEC8DD0}"/>
              </a:ext>
            </a:extLst>
          </p:cNvPr>
          <p:cNvSpPr/>
          <p:nvPr/>
        </p:nvSpPr>
        <p:spPr>
          <a:xfrm>
            <a:off x="1451588" y="1105690"/>
            <a:ext cx="2086081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4000" b="1" i="1" spc="300" dirty="0">
                <a:ln w="6600">
                  <a:solidFill>
                    <a:srgbClr val="003F88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小标题</a:t>
            </a:r>
            <a:endParaRPr lang="zh-CN" altLang="en-US" sz="4000" b="1" i="1" cap="none" spc="300" dirty="0">
              <a:ln w="6600">
                <a:solidFill>
                  <a:srgbClr val="003F88"/>
                </a:solidFill>
                <a:prstDash val="solid"/>
              </a:ln>
              <a:solidFill>
                <a:srgbClr val="FFFFFF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91F46D4-ADB0-4C7A-BD42-CECF60EDC36F}"/>
              </a:ext>
            </a:extLst>
          </p:cNvPr>
          <p:cNvSpPr txBox="1"/>
          <p:nvPr/>
        </p:nvSpPr>
        <p:spPr>
          <a:xfrm>
            <a:off x="1755127" y="2705803"/>
            <a:ext cx="3128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</a:rPr>
              <a:t>这里可以放图片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FD9652C-BE51-45D0-AD33-5FD6146BF0CB}"/>
              </a:ext>
            </a:extLst>
          </p:cNvPr>
          <p:cNvSpPr txBox="1"/>
          <p:nvPr/>
        </p:nvSpPr>
        <p:spPr>
          <a:xfrm>
            <a:off x="4558610" y="4564900"/>
            <a:ext cx="3128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</a:rPr>
              <a:t>这里可以放图片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5035A127-15C2-4EAF-B8B9-28996E53FEC5}"/>
              </a:ext>
            </a:extLst>
          </p:cNvPr>
          <p:cNvSpPr txBox="1"/>
          <p:nvPr/>
        </p:nvSpPr>
        <p:spPr>
          <a:xfrm>
            <a:off x="7493392" y="2687543"/>
            <a:ext cx="3128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</a:rPr>
              <a:t>这里可以放图片</a:t>
            </a:r>
          </a:p>
        </p:txBody>
      </p:sp>
      <p:pic>
        <p:nvPicPr>
          <p:cNvPr id="77" name="图片 76">
            <a:extLst>
              <a:ext uri="{FF2B5EF4-FFF2-40B4-BE49-F238E27FC236}">
                <a16:creationId xmlns:a16="http://schemas.microsoft.com/office/drawing/2014/main" id="{B79F607B-F6C4-4A8B-B55E-672A079373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36" y="278141"/>
            <a:ext cx="2045209" cy="568113"/>
          </a:xfrm>
          <a:prstGeom prst="rect">
            <a:avLst/>
          </a:prstGeom>
        </p:spPr>
      </p:pic>
      <p:sp>
        <p:nvSpPr>
          <p:cNvPr id="78" name="矩形 77">
            <a:extLst>
              <a:ext uri="{FF2B5EF4-FFF2-40B4-BE49-F238E27FC236}">
                <a16:creationId xmlns:a16="http://schemas.microsoft.com/office/drawing/2014/main" id="{880C32B8-DE77-4012-8E12-7D58BF38C96E}"/>
              </a:ext>
            </a:extLst>
          </p:cNvPr>
          <p:cNvSpPr/>
          <p:nvPr/>
        </p:nvSpPr>
        <p:spPr>
          <a:xfrm>
            <a:off x="3192236" y="372242"/>
            <a:ext cx="1571788" cy="3799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</a:rPr>
              <a:t>一级标题一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8D1245A4-2C5F-4DDA-8702-F4E3F3E80699}"/>
              </a:ext>
            </a:extLst>
          </p:cNvPr>
          <p:cNvSpPr/>
          <p:nvPr/>
        </p:nvSpPr>
        <p:spPr>
          <a:xfrm>
            <a:off x="5379757" y="372242"/>
            <a:ext cx="1571788" cy="3799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</a:rPr>
              <a:t>一级标题二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1D89C325-DE33-439A-B0B3-C72F3EE8EF63}"/>
              </a:ext>
            </a:extLst>
          </p:cNvPr>
          <p:cNvSpPr/>
          <p:nvPr/>
        </p:nvSpPr>
        <p:spPr>
          <a:xfrm>
            <a:off x="7567278" y="372242"/>
            <a:ext cx="1571788" cy="37991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</a:rPr>
              <a:t>一级标题三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CD65D406-9D99-41ED-A3AE-E4DB1E6D8FD5}"/>
              </a:ext>
            </a:extLst>
          </p:cNvPr>
          <p:cNvSpPr/>
          <p:nvPr/>
        </p:nvSpPr>
        <p:spPr>
          <a:xfrm>
            <a:off x="9754799" y="372242"/>
            <a:ext cx="1571788" cy="3799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</a:rPr>
              <a:t>一级标题四</a:t>
            </a:r>
          </a:p>
        </p:txBody>
      </p:sp>
    </p:spTree>
    <p:extLst>
      <p:ext uri="{BB962C8B-B14F-4D97-AF65-F5344CB8AC3E}">
        <p14:creationId xmlns:p14="http://schemas.microsoft.com/office/powerpoint/2010/main" val="603371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854E17C-4D6A-4889-8D20-91863AADB607}"/>
              </a:ext>
            </a:extLst>
          </p:cNvPr>
          <p:cNvCxnSpPr>
            <a:stCxn id="4" idx="3"/>
            <a:endCxn id="41" idx="1"/>
          </p:cNvCxnSpPr>
          <p:nvPr/>
        </p:nvCxnSpPr>
        <p:spPr>
          <a:xfrm>
            <a:off x="4869708" y="506881"/>
            <a:ext cx="5158888" cy="0"/>
          </a:xfrm>
          <a:prstGeom prst="line">
            <a:avLst/>
          </a:prstGeom>
          <a:ln w="28575">
            <a:solidFill>
              <a:schemeClr val="accent5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: 对角圆角 15">
            <a:extLst>
              <a:ext uri="{FF2B5EF4-FFF2-40B4-BE49-F238E27FC236}">
                <a16:creationId xmlns:a16="http://schemas.microsoft.com/office/drawing/2014/main" id="{3B05D7DC-7EFD-44A0-B49B-406E4CEEAF44}"/>
              </a:ext>
            </a:extLst>
          </p:cNvPr>
          <p:cNvSpPr/>
          <p:nvPr/>
        </p:nvSpPr>
        <p:spPr>
          <a:xfrm flipH="1">
            <a:off x="1141446" y="1607034"/>
            <a:ext cx="4943582" cy="2201591"/>
          </a:xfrm>
          <a:prstGeom prst="round2DiagRect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n"/>
            </a:pPr>
            <a:endParaRPr lang="zh-CN" altLang="en-US" sz="12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F1C97A7-A7A8-43BE-BDD4-553CF5A5BE4D}"/>
              </a:ext>
            </a:extLst>
          </p:cNvPr>
          <p:cNvSpPr txBox="1"/>
          <p:nvPr/>
        </p:nvSpPr>
        <p:spPr>
          <a:xfrm>
            <a:off x="1070794" y="1227690"/>
            <a:ext cx="17212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003F88"/>
                </a:solidFill>
                <a:latin typeface="微软雅黑" pitchFamily="34" charset="-122"/>
                <a:ea typeface="微软雅黑" pitchFamily="34" charset="-122"/>
              </a:rPr>
              <a:t>小标题</a:t>
            </a:r>
            <a:r>
              <a:rPr kumimoji="1" lang="en-US" altLang="zh-CN" sz="2800" b="1" dirty="0">
                <a:solidFill>
                  <a:srgbClr val="003F88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kumimoji="1" lang="zh-CN" altLang="en-US" sz="2000" dirty="0">
              <a:solidFill>
                <a:srgbClr val="003F8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57EF54B-4AC4-4F5E-B143-74093BEE54D6}"/>
              </a:ext>
            </a:extLst>
          </p:cNvPr>
          <p:cNvSpPr/>
          <p:nvPr/>
        </p:nvSpPr>
        <p:spPr>
          <a:xfrm>
            <a:off x="1334319" y="1757587"/>
            <a:ext cx="4778389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b="1" dirty="0">
                <a:latin typeface="+mn-ea"/>
              </a:rPr>
              <a:t>请输入内容</a:t>
            </a:r>
          </a:p>
        </p:txBody>
      </p:sp>
      <p:pic>
        <p:nvPicPr>
          <p:cNvPr id="19" name="图形 18" descr="齿轮">
            <a:extLst>
              <a:ext uri="{FF2B5EF4-FFF2-40B4-BE49-F238E27FC236}">
                <a16:creationId xmlns:a16="http://schemas.microsoft.com/office/drawing/2014/main" id="{31E2AE7D-7C09-402B-AA79-309F96764A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884349">
            <a:off x="5743903" y="3492017"/>
            <a:ext cx="704193" cy="704193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4C86976A-5C77-4CC0-9FBD-C452B78E6F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36" y="278141"/>
            <a:ext cx="2045209" cy="568113"/>
          </a:xfrm>
          <a:prstGeom prst="rect">
            <a:avLst/>
          </a:prstGeom>
        </p:spPr>
      </p:pic>
      <p:sp>
        <p:nvSpPr>
          <p:cNvPr id="28" name="矩形: 对角圆角 27">
            <a:extLst>
              <a:ext uri="{FF2B5EF4-FFF2-40B4-BE49-F238E27FC236}">
                <a16:creationId xmlns:a16="http://schemas.microsoft.com/office/drawing/2014/main" id="{53DDFE12-8DB0-4F5D-9F56-C3A1C82D1253}"/>
              </a:ext>
            </a:extLst>
          </p:cNvPr>
          <p:cNvSpPr/>
          <p:nvPr/>
        </p:nvSpPr>
        <p:spPr>
          <a:xfrm>
            <a:off x="6149451" y="1587894"/>
            <a:ext cx="4901102" cy="2222843"/>
          </a:xfrm>
          <a:prstGeom prst="round2Diag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76DF63F-5F59-4B92-A84D-516878548D08}"/>
              </a:ext>
            </a:extLst>
          </p:cNvPr>
          <p:cNvSpPr txBox="1"/>
          <p:nvPr/>
        </p:nvSpPr>
        <p:spPr>
          <a:xfrm>
            <a:off x="9340079" y="1227689"/>
            <a:ext cx="17212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2800" b="1" dirty="0">
                <a:solidFill>
                  <a:srgbClr val="003F88"/>
                </a:solidFill>
                <a:latin typeface="微软雅黑" pitchFamily="34" charset="-122"/>
                <a:ea typeface="微软雅黑" pitchFamily="34" charset="-122"/>
              </a:rPr>
              <a:t>小标题</a:t>
            </a:r>
            <a:r>
              <a:rPr kumimoji="1" lang="en-US" altLang="zh-CN" sz="2800" b="1" dirty="0">
                <a:solidFill>
                  <a:srgbClr val="003F88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kumimoji="1" lang="zh-CN" altLang="en-US" sz="2000" dirty="0">
              <a:solidFill>
                <a:srgbClr val="003F8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48A6036-54FD-47E2-93D3-40E18FB3B1C1}"/>
              </a:ext>
            </a:extLst>
          </p:cNvPr>
          <p:cNvSpPr/>
          <p:nvPr/>
        </p:nvSpPr>
        <p:spPr>
          <a:xfrm>
            <a:off x="6339223" y="1757587"/>
            <a:ext cx="4778389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b="1" dirty="0">
                <a:latin typeface="+mn-ea"/>
              </a:rPr>
              <a:t>请输入内容</a:t>
            </a:r>
          </a:p>
        </p:txBody>
      </p:sp>
      <p:sp>
        <p:nvSpPr>
          <p:cNvPr id="32" name="矩形: 对角圆角 31">
            <a:extLst>
              <a:ext uri="{FF2B5EF4-FFF2-40B4-BE49-F238E27FC236}">
                <a16:creationId xmlns:a16="http://schemas.microsoft.com/office/drawing/2014/main" id="{1EC58F00-0129-4ED9-9BB3-E025CA45C8AA}"/>
              </a:ext>
            </a:extLst>
          </p:cNvPr>
          <p:cNvSpPr/>
          <p:nvPr/>
        </p:nvSpPr>
        <p:spPr>
          <a:xfrm>
            <a:off x="1195090" y="3909329"/>
            <a:ext cx="4900910" cy="2201591"/>
          </a:xfrm>
          <a:prstGeom prst="round2Diag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AE353AC-0D76-4D69-B089-BD9330D8AF7D}"/>
              </a:ext>
            </a:extLst>
          </p:cNvPr>
          <p:cNvSpPr/>
          <p:nvPr/>
        </p:nvSpPr>
        <p:spPr>
          <a:xfrm>
            <a:off x="1070794" y="5731995"/>
            <a:ext cx="33988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solidFill>
                  <a:srgbClr val="003F88"/>
                </a:solidFill>
                <a:latin typeface="微软雅黑" pitchFamily="34" charset="-122"/>
                <a:ea typeface="微软雅黑" pitchFamily="34" charset="-122"/>
              </a:rPr>
              <a:t>小标题</a:t>
            </a:r>
            <a:r>
              <a:rPr kumimoji="1" lang="en-US" altLang="zh-CN" sz="2800" b="1" dirty="0">
                <a:solidFill>
                  <a:srgbClr val="003F88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2800" dirty="0">
              <a:solidFill>
                <a:srgbClr val="003F88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861879B-2808-4FA7-A083-C19C650550C1}"/>
              </a:ext>
            </a:extLst>
          </p:cNvPr>
          <p:cNvSpPr/>
          <p:nvPr/>
        </p:nvSpPr>
        <p:spPr>
          <a:xfrm>
            <a:off x="1334319" y="4157967"/>
            <a:ext cx="4410045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b="1" dirty="0">
                <a:latin typeface="+mn-ea"/>
              </a:rPr>
              <a:t>请输入内容</a:t>
            </a:r>
            <a:endParaRPr kumimoji="1" lang="en-US" altLang="zh-CN" b="1" dirty="0">
              <a:latin typeface="+mn-ea"/>
            </a:endParaRPr>
          </a:p>
        </p:txBody>
      </p:sp>
      <p:sp>
        <p:nvSpPr>
          <p:cNvPr id="36" name="矩形: 对角圆角 35">
            <a:extLst>
              <a:ext uri="{FF2B5EF4-FFF2-40B4-BE49-F238E27FC236}">
                <a16:creationId xmlns:a16="http://schemas.microsoft.com/office/drawing/2014/main" id="{5D2A5C0B-0F40-4FEF-A4B4-6C89E377D0DD}"/>
              </a:ext>
            </a:extLst>
          </p:cNvPr>
          <p:cNvSpPr/>
          <p:nvPr/>
        </p:nvSpPr>
        <p:spPr>
          <a:xfrm flipH="1">
            <a:off x="6160421" y="3909331"/>
            <a:ext cx="4900910" cy="2201590"/>
          </a:xfrm>
          <a:prstGeom prst="round2DiagRect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2A9D151-4CD3-44A8-A490-C56A73571453}"/>
              </a:ext>
            </a:extLst>
          </p:cNvPr>
          <p:cNvSpPr/>
          <p:nvPr/>
        </p:nvSpPr>
        <p:spPr>
          <a:xfrm>
            <a:off x="5511341" y="5731996"/>
            <a:ext cx="554999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kumimoji="1" lang="zh-CN" altLang="en-US" sz="2800" b="1" dirty="0">
                <a:solidFill>
                  <a:srgbClr val="003F88"/>
                </a:solidFill>
                <a:latin typeface="微软雅黑" pitchFamily="34" charset="-122"/>
                <a:ea typeface="微软雅黑" pitchFamily="34" charset="-122"/>
              </a:rPr>
              <a:t>小标题</a:t>
            </a:r>
            <a:r>
              <a:rPr kumimoji="1" lang="en-US" altLang="zh-CN" sz="2800" b="1" dirty="0">
                <a:solidFill>
                  <a:srgbClr val="003F88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sz="2800" dirty="0">
              <a:solidFill>
                <a:srgbClr val="003F88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9BC678C-E6A6-4683-A875-01B9D10588E9}"/>
              </a:ext>
            </a:extLst>
          </p:cNvPr>
          <p:cNvSpPr/>
          <p:nvPr/>
        </p:nvSpPr>
        <p:spPr>
          <a:xfrm>
            <a:off x="6339223" y="4157967"/>
            <a:ext cx="4778389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b="1" dirty="0">
                <a:latin typeface="+mn-ea"/>
              </a:rPr>
              <a:t>请输入内容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B296FDD-381B-4EB5-A18F-BAEFA480B41E}"/>
              </a:ext>
            </a:extLst>
          </p:cNvPr>
          <p:cNvSpPr/>
          <p:nvPr/>
        </p:nvSpPr>
        <p:spPr>
          <a:xfrm>
            <a:off x="3203940" y="288259"/>
            <a:ext cx="1665768" cy="437243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背景与意义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F74FEFA2-C1C8-4B23-B46E-C7EEE512B8AC}"/>
              </a:ext>
            </a:extLst>
          </p:cNvPr>
          <p:cNvSpPr/>
          <p:nvPr/>
        </p:nvSpPr>
        <p:spPr>
          <a:xfrm>
            <a:off x="5478825" y="288259"/>
            <a:ext cx="1665768" cy="43724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3F88"/>
              </a:gs>
              <a:gs pos="10000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8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材料与方法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A0636FDF-1053-4376-AED2-375F414AD3DB}"/>
              </a:ext>
            </a:extLst>
          </p:cNvPr>
          <p:cNvSpPr/>
          <p:nvPr/>
        </p:nvSpPr>
        <p:spPr>
          <a:xfrm>
            <a:off x="7753710" y="288259"/>
            <a:ext cx="1665768" cy="437243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结果分析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9AD2A706-61C4-467B-BE98-EDFCB3DE5B60}"/>
              </a:ext>
            </a:extLst>
          </p:cNvPr>
          <p:cNvSpPr/>
          <p:nvPr/>
        </p:nvSpPr>
        <p:spPr>
          <a:xfrm>
            <a:off x="10028596" y="288259"/>
            <a:ext cx="1665768" cy="437243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讨论总结</a:t>
            </a:r>
          </a:p>
        </p:txBody>
      </p:sp>
    </p:spTree>
    <p:extLst>
      <p:ext uri="{BB962C8B-B14F-4D97-AF65-F5344CB8AC3E}">
        <p14:creationId xmlns:p14="http://schemas.microsoft.com/office/powerpoint/2010/main" val="4079539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6B851060-D553-40DF-B744-12638195BB83}"/>
              </a:ext>
            </a:extLst>
          </p:cNvPr>
          <p:cNvCxnSpPr/>
          <p:nvPr/>
        </p:nvCxnSpPr>
        <p:spPr>
          <a:xfrm>
            <a:off x="4869708" y="506881"/>
            <a:ext cx="5158888" cy="0"/>
          </a:xfrm>
          <a:prstGeom prst="line">
            <a:avLst/>
          </a:prstGeom>
          <a:ln w="28575">
            <a:solidFill>
              <a:schemeClr val="accent5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ïṡḷíḍé">
            <a:extLst>
              <a:ext uri="{FF2B5EF4-FFF2-40B4-BE49-F238E27FC236}">
                <a16:creationId xmlns:a16="http://schemas.microsoft.com/office/drawing/2014/main" id="{43EAD491-194F-4BB4-8D6C-7AF9AED52230}"/>
              </a:ext>
            </a:extLst>
          </p:cNvPr>
          <p:cNvSpPr/>
          <p:nvPr/>
        </p:nvSpPr>
        <p:spPr>
          <a:xfrm>
            <a:off x="3609601" y="3953677"/>
            <a:ext cx="1792440" cy="1860632"/>
          </a:xfrm>
          <a:custGeom>
            <a:avLst/>
            <a:gdLst>
              <a:gd name="connsiteX0" fmla="*/ 613459 w 1544768"/>
              <a:gd name="connsiteY0" fmla="*/ 0 h 1603538"/>
              <a:gd name="connsiteX1" fmla="*/ 1544768 w 1544768"/>
              <a:gd name="connsiteY1" fmla="*/ 976469 h 1603538"/>
              <a:gd name="connsiteX2" fmla="*/ 1479549 w 1544768"/>
              <a:gd name="connsiteY2" fmla="*/ 1055514 h 1603538"/>
              <a:gd name="connsiteX3" fmla="*/ 1343891 w 1544768"/>
              <a:gd name="connsiteY3" fmla="*/ 1499630 h 1603538"/>
              <a:gd name="connsiteX4" fmla="*/ 1347992 w 1544768"/>
              <a:gd name="connsiteY4" fmla="*/ 1580845 h 1603538"/>
              <a:gd name="connsiteX5" fmla="*/ 1351456 w 1544768"/>
              <a:gd name="connsiteY5" fmla="*/ 1603538 h 1603538"/>
              <a:gd name="connsiteX6" fmla="*/ 5247 w 1544768"/>
              <a:gd name="connsiteY6" fmla="*/ 1603538 h 1603538"/>
              <a:gd name="connsiteX7" fmla="*/ 0 w 1544768"/>
              <a:gd name="connsiteY7" fmla="*/ 1499630 h 1603538"/>
              <a:gd name="connsiteX8" fmla="*/ 489319 w 1544768"/>
              <a:gd name="connsiteY8" fmla="*/ 136587 h 1603538"/>
              <a:gd name="connsiteX9" fmla="*/ 613459 w 1544768"/>
              <a:gd name="connsiteY9" fmla="*/ 0 h 1603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4768" h="1603538">
                <a:moveTo>
                  <a:pt x="613459" y="0"/>
                </a:moveTo>
                <a:lnTo>
                  <a:pt x="1544768" y="976469"/>
                </a:lnTo>
                <a:lnTo>
                  <a:pt x="1479549" y="1055514"/>
                </a:lnTo>
                <a:cubicBezTo>
                  <a:pt x="1393902" y="1182290"/>
                  <a:pt x="1343891" y="1335120"/>
                  <a:pt x="1343891" y="1499630"/>
                </a:cubicBezTo>
                <a:cubicBezTo>
                  <a:pt x="1343891" y="1527048"/>
                  <a:pt x="1345280" y="1554142"/>
                  <a:pt x="1347992" y="1580845"/>
                </a:cubicBezTo>
                <a:lnTo>
                  <a:pt x="1351456" y="1603538"/>
                </a:lnTo>
                <a:lnTo>
                  <a:pt x="5247" y="1603538"/>
                </a:lnTo>
                <a:lnTo>
                  <a:pt x="0" y="1499630"/>
                </a:lnTo>
                <a:cubicBezTo>
                  <a:pt x="0" y="981868"/>
                  <a:pt x="183631" y="506996"/>
                  <a:pt x="489319" y="136587"/>
                </a:cubicBezTo>
                <a:lnTo>
                  <a:pt x="613459" y="0"/>
                </a:lnTo>
                <a:close/>
              </a:path>
            </a:pathLst>
          </a:custGeom>
          <a:solidFill>
            <a:srgbClr val="5C84CC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1" name="ïṩḻíḓé">
            <a:extLst>
              <a:ext uri="{FF2B5EF4-FFF2-40B4-BE49-F238E27FC236}">
                <a16:creationId xmlns:a16="http://schemas.microsoft.com/office/drawing/2014/main" id="{57827EEF-417E-4FB2-AFB7-EBE2A7E30D43}"/>
              </a:ext>
            </a:extLst>
          </p:cNvPr>
          <p:cNvSpPr/>
          <p:nvPr/>
        </p:nvSpPr>
        <p:spPr>
          <a:xfrm>
            <a:off x="4321416" y="3207346"/>
            <a:ext cx="1774582" cy="1879356"/>
          </a:xfrm>
          <a:custGeom>
            <a:avLst/>
            <a:gdLst>
              <a:gd name="connsiteX0" fmla="*/ 1529377 w 1529378"/>
              <a:gd name="connsiteY0" fmla="*/ 0 h 1619675"/>
              <a:gd name="connsiteX1" fmla="*/ 1529378 w 1529378"/>
              <a:gd name="connsiteY1" fmla="*/ 0 h 1619675"/>
              <a:gd name="connsiteX2" fmla="*/ 1529378 w 1529378"/>
              <a:gd name="connsiteY2" fmla="*/ 1348742 h 1619675"/>
              <a:gd name="connsiteX3" fmla="*/ 1524759 w 1529378"/>
              <a:gd name="connsiteY3" fmla="*/ 1348509 h 1619675"/>
              <a:gd name="connsiteX4" fmla="*/ 963085 w 1529378"/>
              <a:gd name="connsiteY4" fmla="*/ 1581162 h 1619675"/>
              <a:gd name="connsiteX5" fmla="*/ 931309 w 1529378"/>
              <a:gd name="connsiteY5" fmla="*/ 1619675 h 1619675"/>
              <a:gd name="connsiteX6" fmla="*/ 0 w 1529378"/>
              <a:gd name="connsiteY6" fmla="*/ 643206 h 1619675"/>
              <a:gd name="connsiteX7" fmla="*/ 14163 w 1529378"/>
              <a:gd name="connsiteY7" fmla="*/ 627622 h 1619675"/>
              <a:gd name="connsiteX8" fmla="*/ 1529377 w 1529378"/>
              <a:gd name="connsiteY8" fmla="*/ 0 h 161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9378" h="1619675">
                <a:moveTo>
                  <a:pt x="1529377" y="0"/>
                </a:moveTo>
                <a:lnTo>
                  <a:pt x="1529378" y="0"/>
                </a:lnTo>
                <a:lnTo>
                  <a:pt x="1529378" y="1348742"/>
                </a:lnTo>
                <a:lnTo>
                  <a:pt x="1524759" y="1348509"/>
                </a:lnTo>
                <a:cubicBezTo>
                  <a:pt x="1305412" y="1348509"/>
                  <a:pt x="1106830" y="1437417"/>
                  <a:pt x="963085" y="1581162"/>
                </a:cubicBezTo>
                <a:lnTo>
                  <a:pt x="931309" y="1619675"/>
                </a:lnTo>
                <a:lnTo>
                  <a:pt x="0" y="643206"/>
                </a:lnTo>
                <a:lnTo>
                  <a:pt x="14163" y="627622"/>
                </a:lnTo>
                <a:cubicBezTo>
                  <a:pt x="401940" y="239845"/>
                  <a:pt x="937649" y="0"/>
                  <a:pt x="1529377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2" name="ïṩlíḋè">
            <a:extLst>
              <a:ext uri="{FF2B5EF4-FFF2-40B4-BE49-F238E27FC236}">
                <a16:creationId xmlns:a16="http://schemas.microsoft.com/office/drawing/2014/main" id="{847363DD-B349-4A2A-9F39-A8BB23D6FEC5}"/>
              </a:ext>
            </a:extLst>
          </p:cNvPr>
          <p:cNvSpPr/>
          <p:nvPr/>
        </p:nvSpPr>
        <p:spPr>
          <a:xfrm flipH="1">
            <a:off x="6785788" y="3954687"/>
            <a:ext cx="1796607" cy="1859622"/>
          </a:xfrm>
          <a:custGeom>
            <a:avLst/>
            <a:gdLst>
              <a:gd name="connsiteX0" fmla="*/ 614290 w 1548359"/>
              <a:gd name="connsiteY0" fmla="*/ 0 h 1602667"/>
              <a:gd name="connsiteX1" fmla="*/ 556670 w 1548359"/>
              <a:gd name="connsiteY1" fmla="*/ 57964 h 1602667"/>
              <a:gd name="connsiteX2" fmla="*/ 0 w 1548359"/>
              <a:gd name="connsiteY2" fmla="*/ 1498759 h 1602667"/>
              <a:gd name="connsiteX3" fmla="*/ 5247 w 1548359"/>
              <a:gd name="connsiteY3" fmla="*/ 1602667 h 1602667"/>
              <a:gd name="connsiteX4" fmla="*/ 1360691 w 1548359"/>
              <a:gd name="connsiteY4" fmla="*/ 1602667 h 1602667"/>
              <a:gd name="connsiteX5" fmla="*/ 1357228 w 1548359"/>
              <a:gd name="connsiteY5" fmla="*/ 1579974 h 1602667"/>
              <a:gd name="connsiteX6" fmla="*/ 1353127 w 1548359"/>
              <a:gd name="connsiteY6" fmla="*/ 1498759 h 1602667"/>
              <a:gd name="connsiteX7" fmla="*/ 1473148 w 1548359"/>
              <a:gd name="connsiteY7" fmla="*/ 1078716 h 1602667"/>
              <a:gd name="connsiteX8" fmla="*/ 1548359 w 1548359"/>
              <a:gd name="connsiteY8" fmla="*/ 979363 h 1602667"/>
              <a:gd name="connsiteX9" fmla="*/ 614290 w 1548359"/>
              <a:gd name="connsiteY9" fmla="*/ 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8359" h="1602667">
                <a:moveTo>
                  <a:pt x="614290" y="0"/>
                </a:moveTo>
                <a:lnTo>
                  <a:pt x="556670" y="57964"/>
                </a:lnTo>
                <a:cubicBezTo>
                  <a:pt x="210801" y="438505"/>
                  <a:pt x="0" y="944014"/>
                  <a:pt x="0" y="1498759"/>
                </a:cubicBezTo>
                <a:lnTo>
                  <a:pt x="5247" y="1602667"/>
                </a:lnTo>
                <a:lnTo>
                  <a:pt x="1360691" y="1602667"/>
                </a:lnTo>
                <a:lnTo>
                  <a:pt x="1357228" y="1579974"/>
                </a:lnTo>
                <a:cubicBezTo>
                  <a:pt x="1354516" y="1553271"/>
                  <a:pt x="1353127" y="1526177"/>
                  <a:pt x="1353127" y="1498759"/>
                </a:cubicBezTo>
                <a:cubicBezTo>
                  <a:pt x="1353127" y="1344531"/>
                  <a:pt x="1397082" y="1200568"/>
                  <a:pt x="1473148" y="1078716"/>
                </a:cubicBezTo>
                <a:lnTo>
                  <a:pt x="1548359" y="979363"/>
                </a:lnTo>
                <a:lnTo>
                  <a:pt x="61429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3" name="iṥ1ïḑe">
            <a:extLst>
              <a:ext uri="{FF2B5EF4-FFF2-40B4-BE49-F238E27FC236}">
                <a16:creationId xmlns:a16="http://schemas.microsoft.com/office/drawing/2014/main" id="{EB26FB7B-07B7-4C7C-92C5-C37791A4569A}"/>
              </a:ext>
            </a:extLst>
          </p:cNvPr>
          <p:cNvSpPr/>
          <p:nvPr/>
        </p:nvSpPr>
        <p:spPr>
          <a:xfrm flipH="1">
            <a:off x="6096000" y="3207346"/>
            <a:ext cx="1773616" cy="1883725"/>
          </a:xfrm>
          <a:custGeom>
            <a:avLst/>
            <a:gdLst>
              <a:gd name="connsiteX0" fmla="*/ 1528545 w 1528545"/>
              <a:gd name="connsiteY0" fmla="*/ 0 h 1623440"/>
              <a:gd name="connsiteX1" fmla="*/ 1309453 w 1528545"/>
              <a:gd name="connsiteY1" fmla="*/ 11063 h 1623440"/>
              <a:gd name="connsiteX2" fmla="*/ 78264 w 1528545"/>
              <a:gd name="connsiteY2" fmla="*/ 565345 h 1623440"/>
              <a:gd name="connsiteX3" fmla="*/ 0 w 1528545"/>
              <a:gd name="connsiteY3" fmla="*/ 644077 h 1623440"/>
              <a:gd name="connsiteX4" fmla="*/ 934069 w 1528545"/>
              <a:gd name="connsiteY4" fmla="*/ 1623440 h 1623440"/>
              <a:gd name="connsiteX5" fmla="*/ 945189 w 1528545"/>
              <a:gd name="connsiteY5" fmla="*/ 1608749 h 1623440"/>
              <a:gd name="connsiteX6" fmla="*/ 1451949 w 1528545"/>
              <a:gd name="connsiteY6" fmla="*/ 1352610 h 1623440"/>
              <a:gd name="connsiteX7" fmla="*/ 1528545 w 1528545"/>
              <a:gd name="connsiteY7" fmla="*/ 1348742 h 1623440"/>
              <a:gd name="connsiteX8" fmla="*/ 1528545 w 1528545"/>
              <a:gd name="connsiteY8" fmla="*/ 0 h 1623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8545" h="1623440">
                <a:moveTo>
                  <a:pt x="1528545" y="0"/>
                </a:moveTo>
                <a:lnTo>
                  <a:pt x="1309453" y="11063"/>
                </a:lnTo>
                <a:cubicBezTo>
                  <a:pt x="836718" y="59072"/>
                  <a:pt x="409410" y="260745"/>
                  <a:pt x="78264" y="565345"/>
                </a:cubicBezTo>
                <a:lnTo>
                  <a:pt x="0" y="644077"/>
                </a:lnTo>
                <a:lnTo>
                  <a:pt x="934069" y="1623440"/>
                </a:lnTo>
                <a:lnTo>
                  <a:pt x="945189" y="1608749"/>
                </a:lnTo>
                <a:cubicBezTo>
                  <a:pt x="1073399" y="1467687"/>
                  <a:pt x="1251677" y="1372949"/>
                  <a:pt x="1451949" y="1352610"/>
                </a:cubicBezTo>
                <a:lnTo>
                  <a:pt x="1528545" y="1348742"/>
                </a:lnTo>
                <a:lnTo>
                  <a:pt x="1528545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7DCD09C-FE19-4B38-8F8A-3FAD49ECA5A4}"/>
              </a:ext>
            </a:extLst>
          </p:cNvPr>
          <p:cNvCxnSpPr>
            <a:cxnSpLocks/>
          </p:cNvCxnSpPr>
          <p:nvPr/>
        </p:nvCxnSpPr>
        <p:spPr>
          <a:xfrm>
            <a:off x="633409" y="3603491"/>
            <a:ext cx="3311075" cy="0"/>
          </a:xfrm>
          <a:prstGeom prst="line">
            <a:avLst/>
          </a:prstGeom>
          <a:ln w="28575" cap="rnd">
            <a:solidFill>
              <a:schemeClr val="bg1">
                <a:lumMod val="9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111708D-25C0-412E-A98B-19CAFFA69378}"/>
              </a:ext>
            </a:extLst>
          </p:cNvPr>
          <p:cNvCxnSpPr>
            <a:cxnSpLocks/>
          </p:cNvCxnSpPr>
          <p:nvPr/>
        </p:nvCxnSpPr>
        <p:spPr>
          <a:xfrm>
            <a:off x="8219484" y="3603491"/>
            <a:ext cx="3264488" cy="0"/>
          </a:xfrm>
          <a:prstGeom prst="line">
            <a:avLst/>
          </a:prstGeom>
          <a:ln w="28575" cap="rnd">
            <a:solidFill>
              <a:schemeClr val="bg1">
                <a:lumMod val="9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1E6CC458-5FE3-41BC-8D06-DFBCB4DE2DD6}"/>
              </a:ext>
            </a:extLst>
          </p:cNvPr>
          <p:cNvCxnSpPr>
            <a:stCxn id="20" idx="0"/>
          </p:cNvCxnSpPr>
          <p:nvPr/>
        </p:nvCxnSpPr>
        <p:spPr>
          <a:xfrm flipH="1" flipV="1">
            <a:off x="3944484" y="3603491"/>
            <a:ext cx="376932" cy="350186"/>
          </a:xfrm>
          <a:prstGeom prst="line">
            <a:avLst/>
          </a:prstGeom>
          <a:ln w="28575" cap="rnd">
            <a:solidFill>
              <a:schemeClr val="bg1">
                <a:lumMod val="9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3B81081-1EC8-43FF-B74F-CCAFF268811C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7869616" y="3603491"/>
            <a:ext cx="349868" cy="351196"/>
          </a:xfrm>
          <a:prstGeom prst="line">
            <a:avLst/>
          </a:prstGeom>
          <a:ln w="28575" cap="rnd">
            <a:solidFill>
              <a:schemeClr val="bg1">
                <a:lumMod val="9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6E4A4FB-A245-4D3D-9967-023AD4864EEF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6095997" y="1951086"/>
            <a:ext cx="1" cy="1256260"/>
          </a:xfrm>
          <a:prstGeom prst="line">
            <a:avLst/>
          </a:prstGeom>
          <a:ln w="28575" cap="rnd">
            <a:solidFill>
              <a:schemeClr val="bg1">
                <a:lumMod val="9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îšľîḋé">
            <a:extLst>
              <a:ext uri="{FF2B5EF4-FFF2-40B4-BE49-F238E27FC236}">
                <a16:creationId xmlns:a16="http://schemas.microsoft.com/office/drawing/2014/main" id="{7AC83AEA-F7F0-401B-8CEF-FC97C459CA74}"/>
              </a:ext>
            </a:extLst>
          </p:cNvPr>
          <p:cNvSpPr txBox="1"/>
          <p:nvPr/>
        </p:nvSpPr>
        <p:spPr>
          <a:xfrm>
            <a:off x="5674525" y="5262120"/>
            <a:ext cx="438349" cy="525802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endParaRPr lang="zh-CN" altLang="en-US" sz="9600" dirty="0">
              <a:solidFill>
                <a:schemeClr val="tx2">
                  <a:alpha val="33000"/>
                </a:schemeClr>
              </a:solidFill>
              <a:latin typeface="Impact" panose="020B0806030902050204" pitchFamily="34" charset="0"/>
            </a:endParaRPr>
          </a:p>
        </p:txBody>
      </p:sp>
      <p:pic>
        <p:nvPicPr>
          <p:cNvPr id="4" name="图形 3" descr="正义天平">
            <a:extLst>
              <a:ext uri="{FF2B5EF4-FFF2-40B4-BE49-F238E27FC236}">
                <a16:creationId xmlns:a16="http://schemas.microsoft.com/office/drawing/2014/main" id="{CB098A47-31B8-4C21-8D5F-00AD06D77B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1193" y="3604962"/>
            <a:ext cx="766079" cy="766079"/>
          </a:xfrm>
          <a:prstGeom prst="rect">
            <a:avLst/>
          </a:prstGeom>
        </p:spPr>
      </p:pic>
      <p:pic>
        <p:nvPicPr>
          <p:cNvPr id="5" name="图形 4" descr="眼睛">
            <a:extLst>
              <a:ext uri="{FF2B5EF4-FFF2-40B4-BE49-F238E27FC236}">
                <a16:creationId xmlns:a16="http://schemas.microsoft.com/office/drawing/2014/main" id="{FECF9224-A07F-44B6-BAAB-6296417ED60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48032"/>
          <a:stretch/>
        </p:blipFill>
        <p:spPr>
          <a:xfrm>
            <a:off x="4059741" y="4493990"/>
            <a:ext cx="695873" cy="133904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56412F6-C865-4ADA-B370-7658A58A0AF9}"/>
              </a:ext>
            </a:extLst>
          </p:cNvPr>
          <p:cNvSpPr txBox="1"/>
          <p:nvPr/>
        </p:nvSpPr>
        <p:spPr>
          <a:xfrm>
            <a:off x="1168465" y="4536287"/>
            <a:ext cx="2016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动态眼光</a:t>
            </a:r>
          </a:p>
        </p:txBody>
      </p:sp>
      <p:pic>
        <p:nvPicPr>
          <p:cNvPr id="7" name="图形 6" descr="试管">
            <a:extLst>
              <a:ext uri="{FF2B5EF4-FFF2-40B4-BE49-F238E27FC236}">
                <a16:creationId xmlns:a16="http://schemas.microsoft.com/office/drawing/2014/main" id="{77A70641-3BD2-4FC1-BE78-C89F3C10F1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38926" y="3633763"/>
            <a:ext cx="779142" cy="779142"/>
          </a:xfrm>
          <a:prstGeom prst="rect">
            <a:avLst/>
          </a:prstGeom>
        </p:spPr>
      </p:pic>
      <p:pic>
        <p:nvPicPr>
          <p:cNvPr id="8" name="图形 7" descr="可持续性">
            <a:extLst>
              <a:ext uri="{FF2B5EF4-FFF2-40B4-BE49-F238E27FC236}">
                <a16:creationId xmlns:a16="http://schemas.microsoft.com/office/drawing/2014/main" id="{F0FF6BF8-BD70-4D60-BB35-8AC1FD4EBB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13312" y="4783464"/>
            <a:ext cx="741557" cy="74155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16CC56F-54C5-4AA1-9B50-CAB8F12413FC}"/>
              </a:ext>
            </a:extLst>
          </p:cNvPr>
          <p:cNvSpPr txBox="1"/>
          <p:nvPr/>
        </p:nvSpPr>
        <p:spPr>
          <a:xfrm>
            <a:off x="2391504" y="2417212"/>
            <a:ext cx="23938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科学配置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8505ACA4-EB78-42A8-9BC1-8E562AFB2614}"/>
              </a:ext>
            </a:extLst>
          </p:cNvPr>
          <p:cNvCxnSpPr>
            <a:cxnSpLocks/>
          </p:cNvCxnSpPr>
          <p:nvPr/>
        </p:nvCxnSpPr>
        <p:spPr>
          <a:xfrm>
            <a:off x="633409" y="5804784"/>
            <a:ext cx="10850563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A078C295-53F6-4E23-B06E-E153B9874098}"/>
              </a:ext>
            </a:extLst>
          </p:cNvPr>
          <p:cNvSpPr txBox="1"/>
          <p:nvPr/>
        </p:nvSpPr>
        <p:spPr>
          <a:xfrm>
            <a:off x="7333567" y="2421783"/>
            <a:ext cx="23938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供需平衡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7FEA84F-0237-4E57-B462-3C8AE3C52437}"/>
              </a:ext>
            </a:extLst>
          </p:cNvPr>
          <p:cNvSpPr txBox="1"/>
          <p:nvPr/>
        </p:nvSpPr>
        <p:spPr>
          <a:xfrm>
            <a:off x="8934330" y="4536287"/>
            <a:ext cx="2016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绿色节能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E32BD11D-6BB3-4EFE-AD14-17BFBDFC4808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521279" y="5086702"/>
            <a:ext cx="1416449" cy="1121954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029EBD16-2F92-4425-A86B-5A926E2452C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36" y="278141"/>
            <a:ext cx="2045209" cy="568113"/>
          </a:xfrm>
          <a:prstGeom prst="rect">
            <a:avLst/>
          </a:prstGeom>
        </p:spPr>
      </p:pic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930270C5-C02B-42D0-8B4E-50C3E301923C}"/>
              </a:ext>
            </a:extLst>
          </p:cNvPr>
          <p:cNvSpPr/>
          <p:nvPr/>
        </p:nvSpPr>
        <p:spPr>
          <a:xfrm>
            <a:off x="3203940" y="288259"/>
            <a:ext cx="1665768" cy="437243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背景与意义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641AFF73-883C-418D-9D66-DE95CA418D6F}"/>
              </a:ext>
            </a:extLst>
          </p:cNvPr>
          <p:cNvSpPr/>
          <p:nvPr/>
        </p:nvSpPr>
        <p:spPr>
          <a:xfrm>
            <a:off x="7753710" y="288259"/>
            <a:ext cx="1665768" cy="43724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3F88"/>
              </a:gs>
              <a:gs pos="10000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8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结果分析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718BA669-9D37-4FD2-8AC0-89F383CD5F80}"/>
              </a:ext>
            </a:extLst>
          </p:cNvPr>
          <p:cNvSpPr/>
          <p:nvPr/>
        </p:nvSpPr>
        <p:spPr>
          <a:xfrm>
            <a:off x="5478825" y="288259"/>
            <a:ext cx="1665768" cy="437243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材料与方法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70DCACD5-1A4C-4797-9827-583B01E02705}"/>
              </a:ext>
            </a:extLst>
          </p:cNvPr>
          <p:cNvSpPr/>
          <p:nvPr/>
        </p:nvSpPr>
        <p:spPr>
          <a:xfrm>
            <a:off x="10028596" y="288259"/>
            <a:ext cx="1665768" cy="437243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讨论总结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CA953D0-D665-495E-B224-F27CBB210914}"/>
              </a:ext>
            </a:extLst>
          </p:cNvPr>
          <p:cNvSpPr txBox="1"/>
          <p:nvPr/>
        </p:nvSpPr>
        <p:spPr>
          <a:xfrm>
            <a:off x="2193640" y="1349539"/>
            <a:ext cx="7804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</a:rPr>
              <a:t>小图标仅做示例，建议选择与关键词相关的小图标</a:t>
            </a:r>
          </a:p>
        </p:txBody>
      </p:sp>
    </p:spTree>
    <p:extLst>
      <p:ext uri="{BB962C8B-B14F-4D97-AF65-F5344CB8AC3E}">
        <p14:creationId xmlns:p14="http://schemas.microsoft.com/office/powerpoint/2010/main" val="2966011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肘形连接符 22">
            <a:extLst>
              <a:ext uri="{FF2B5EF4-FFF2-40B4-BE49-F238E27FC236}">
                <a16:creationId xmlns:a16="http://schemas.microsoft.com/office/drawing/2014/main" id="{BC8CA9BB-BC20-4D4B-8467-9D1ECC98E723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 flipV="1">
            <a:off x="2740858" y="1710061"/>
            <a:ext cx="2191429" cy="1952837"/>
          </a:xfrm>
          <a:prstGeom prst="bentConnector3">
            <a:avLst>
              <a:gd name="adj1" fmla="val 50000"/>
            </a:avLst>
          </a:prstGeom>
          <a:ln w="19050" cap="rnd">
            <a:solidFill>
              <a:srgbClr val="003F8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肘形连接符 26">
            <a:extLst>
              <a:ext uri="{FF2B5EF4-FFF2-40B4-BE49-F238E27FC236}">
                <a16:creationId xmlns:a16="http://schemas.microsoft.com/office/drawing/2014/main" id="{2D622000-2463-4845-BFCF-D9128D1547F7}"/>
              </a:ext>
            </a:extLst>
          </p:cNvPr>
          <p:cNvCxnSpPr>
            <a:cxnSpLocks/>
            <a:endCxn id="12" idx="2"/>
          </p:cNvCxnSpPr>
          <p:nvPr>
            <p:custDataLst>
              <p:tags r:id="rId2"/>
            </p:custDataLst>
          </p:nvPr>
        </p:nvCxnSpPr>
        <p:spPr>
          <a:xfrm flipV="1">
            <a:off x="2257554" y="2828328"/>
            <a:ext cx="4589422" cy="1749146"/>
          </a:xfrm>
          <a:prstGeom prst="bentConnector3">
            <a:avLst>
              <a:gd name="adj1" fmla="val 59962"/>
            </a:avLst>
          </a:prstGeom>
          <a:ln w="19050">
            <a:solidFill>
              <a:srgbClr val="003F88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" name="肘形连接符 23">
            <a:extLst>
              <a:ext uri="{FF2B5EF4-FFF2-40B4-BE49-F238E27FC236}">
                <a16:creationId xmlns:a16="http://schemas.microsoft.com/office/drawing/2014/main" id="{CBD2489E-0703-477E-B056-D2BA63BC722D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2435436" y="4011326"/>
            <a:ext cx="2230064" cy="1635824"/>
          </a:xfrm>
          <a:prstGeom prst="bentConnector3">
            <a:avLst>
              <a:gd name="adj1" fmla="val 50000"/>
            </a:avLst>
          </a:prstGeom>
          <a:ln w="19050">
            <a:solidFill>
              <a:srgbClr val="003F8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11">
            <a:extLst>
              <a:ext uri="{FF2B5EF4-FFF2-40B4-BE49-F238E27FC236}">
                <a16:creationId xmlns:a16="http://schemas.microsoft.com/office/drawing/2014/main" id="{670845B5-D74C-4936-B234-3CF5F4B2900C}"/>
              </a:ext>
            </a:extLst>
          </p:cNvPr>
          <p:cNvGrpSpPr/>
          <p:nvPr>
            <p:custDataLst>
              <p:tags r:id="rId4"/>
            </p:custDataLst>
          </p:nvPr>
        </p:nvGrpSpPr>
        <p:grpSpPr bwMode="auto">
          <a:xfrm>
            <a:off x="798187" y="2429132"/>
            <a:ext cx="2649893" cy="2649893"/>
            <a:chOff x="0" y="0"/>
            <a:chExt cx="1232" cy="1232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D51F45B8-D116-4221-8773-F3D2BCEA3E2B}"/>
                </a:ext>
              </a:extLst>
            </p:cNvPr>
            <p:cNvSpPr>
              <a:spLocks noEditPoints="1"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32" y="432"/>
              <a:ext cx="368" cy="368"/>
            </a:xfrm>
            <a:custGeom>
              <a:avLst/>
              <a:gdLst>
                <a:gd name="T0" fmla="*/ 0 w 368"/>
                <a:gd name="T1" fmla="*/ 184 h 368"/>
                <a:gd name="T2" fmla="*/ 4 w 368"/>
                <a:gd name="T3" fmla="*/ 222 h 368"/>
                <a:gd name="T4" fmla="*/ 14 w 368"/>
                <a:gd name="T5" fmla="*/ 256 h 368"/>
                <a:gd name="T6" fmla="*/ 32 w 368"/>
                <a:gd name="T7" fmla="*/ 286 h 368"/>
                <a:gd name="T8" fmla="*/ 54 w 368"/>
                <a:gd name="T9" fmla="*/ 314 h 368"/>
                <a:gd name="T10" fmla="*/ 82 w 368"/>
                <a:gd name="T11" fmla="*/ 336 h 368"/>
                <a:gd name="T12" fmla="*/ 112 w 368"/>
                <a:gd name="T13" fmla="*/ 354 h 368"/>
                <a:gd name="T14" fmla="*/ 146 w 368"/>
                <a:gd name="T15" fmla="*/ 364 h 368"/>
                <a:gd name="T16" fmla="*/ 184 w 368"/>
                <a:gd name="T17" fmla="*/ 368 h 368"/>
                <a:gd name="T18" fmla="*/ 222 w 368"/>
                <a:gd name="T19" fmla="*/ 364 h 368"/>
                <a:gd name="T20" fmla="*/ 256 w 368"/>
                <a:gd name="T21" fmla="*/ 354 h 368"/>
                <a:gd name="T22" fmla="*/ 286 w 368"/>
                <a:gd name="T23" fmla="*/ 336 h 368"/>
                <a:gd name="T24" fmla="*/ 314 w 368"/>
                <a:gd name="T25" fmla="*/ 314 h 368"/>
                <a:gd name="T26" fmla="*/ 336 w 368"/>
                <a:gd name="T27" fmla="*/ 286 h 368"/>
                <a:gd name="T28" fmla="*/ 354 w 368"/>
                <a:gd name="T29" fmla="*/ 256 h 368"/>
                <a:gd name="T30" fmla="*/ 364 w 368"/>
                <a:gd name="T31" fmla="*/ 222 h 368"/>
                <a:gd name="T32" fmla="*/ 368 w 368"/>
                <a:gd name="T33" fmla="*/ 184 h 368"/>
                <a:gd name="T34" fmla="*/ 364 w 368"/>
                <a:gd name="T35" fmla="*/ 146 h 368"/>
                <a:gd name="T36" fmla="*/ 354 w 368"/>
                <a:gd name="T37" fmla="*/ 112 h 368"/>
                <a:gd name="T38" fmla="*/ 336 w 368"/>
                <a:gd name="T39" fmla="*/ 82 h 368"/>
                <a:gd name="T40" fmla="*/ 314 w 368"/>
                <a:gd name="T41" fmla="*/ 54 h 368"/>
                <a:gd name="T42" fmla="*/ 286 w 368"/>
                <a:gd name="T43" fmla="*/ 32 h 368"/>
                <a:gd name="T44" fmla="*/ 256 w 368"/>
                <a:gd name="T45" fmla="*/ 14 h 368"/>
                <a:gd name="T46" fmla="*/ 222 w 368"/>
                <a:gd name="T47" fmla="*/ 4 h 368"/>
                <a:gd name="T48" fmla="*/ 184 w 368"/>
                <a:gd name="T49" fmla="*/ 0 h 368"/>
                <a:gd name="T50" fmla="*/ 146 w 368"/>
                <a:gd name="T51" fmla="*/ 4 h 368"/>
                <a:gd name="T52" fmla="*/ 112 w 368"/>
                <a:gd name="T53" fmla="*/ 14 h 368"/>
                <a:gd name="T54" fmla="*/ 82 w 368"/>
                <a:gd name="T55" fmla="*/ 32 h 368"/>
                <a:gd name="T56" fmla="*/ 54 w 368"/>
                <a:gd name="T57" fmla="*/ 54 h 368"/>
                <a:gd name="T58" fmla="*/ 32 w 368"/>
                <a:gd name="T59" fmla="*/ 82 h 368"/>
                <a:gd name="T60" fmla="*/ 14 w 368"/>
                <a:gd name="T61" fmla="*/ 112 h 368"/>
                <a:gd name="T62" fmla="*/ 4 w 368"/>
                <a:gd name="T63" fmla="*/ 146 h 368"/>
                <a:gd name="T64" fmla="*/ 0 w 368"/>
                <a:gd name="T65" fmla="*/ 184 h 368"/>
                <a:gd name="T66" fmla="*/ 80 w 368"/>
                <a:gd name="T67" fmla="*/ 184 h 368"/>
                <a:gd name="T68" fmla="*/ 88 w 368"/>
                <a:gd name="T69" fmla="*/ 144 h 368"/>
                <a:gd name="T70" fmla="*/ 110 w 368"/>
                <a:gd name="T71" fmla="*/ 110 h 368"/>
                <a:gd name="T72" fmla="*/ 144 w 368"/>
                <a:gd name="T73" fmla="*/ 88 h 368"/>
                <a:gd name="T74" fmla="*/ 184 w 368"/>
                <a:gd name="T75" fmla="*/ 80 h 368"/>
                <a:gd name="T76" fmla="*/ 224 w 368"/>
                <a:gd name="T77" fmla="*/ 88 h 368"/>
                <a:gd name="T78" fmla="*/ 258 w 368"/>
                <a:gd name="T79" fmla="*/ 110 h 368"/>
                <a:gd name="T80" fmla="*/ 280 w 368"/>
                <a:gd name="T81" fmla="*/ 144 h 368"/>
                <a:gd name="T82" fmla="*/ 288 w 368"/>
                <a:gd name="T83" fmla="*/ 184 h 368"/>
                <a:gd name="T84" fmla="*/ 280 w 368"/>
                <a:gd name="T85" fmla="*/ 224 h 368"/>
                <a:gd name="T86" fmla="*/ 258 w 368"/>
                <a:gd name="T87" fmla="*/ 258 h 368"/>
                <a:gd name="T88" fmla="*/ 224 w 368"/>
                <a:gd name="T89" fmla="*/ 280 h 368"/>
                <a:gd name="T90" fmla="*/ 184 w 368"/>
                <a:gd name="T91" fmla="*/ 288 h 368"/>
                <a:gd name="T92" fmla="*/ 144 w 368"/>
                <a:gd name="T93" fmla="*/ 280 h 368"/>
                <a:gd name="T94" fmla="*/ 110 w 368"/>
                <a:gd name="T95" fmla="*/ 258 h 368"/>
                <a:gd name="T96" fmla="*/ 88 w 368"/>
                <a:gd name="T97" fmla="*/ 224 h 368"/>
                <a:gd name="T98" fmla="*/ 80 w 368"/>
                <a:gd name="T99" fmla="*/ 184 h 36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368"/>
                <a:gd name="T151" fmla="*/ 0 h 368"/>
                <a:gd name="T152" fmla="*/ 368 w 368"/>
                <a:gd name="T153" fmla="*/ 368 h 368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368" h="368">
                  <a:moveTo>
                    <a:pt x="0" y="184"/>
                  </a:moveTo>
                  <a:lnTo>
                    <a:pt x="0" y="184"/>
                  </a:lnTo>
                  <a:lnTo>
                    <a:pt x="0" y="202"/>
                  </a:lnTo>
                  <a:lnTo>
                    <a:pt x="4" y="222"/>
                  </a:lnTo>
                  <a:lnTo>
                    <a:pt x="8" y="238"/>
                  </a:lnTo>
                  <a:lnTo>
                    <a:pt x="14" y="256"/>
                  </a:lnTo>
                  <a:lnTo>
                    <a:pt x="22" y="272"/>
                  </a:lnTo>
                  <a:lnTo>
                    <a:pt x="32" y="286"/>
                  </a:lnTo>
                  <a:lnTo>
                    <a:pt x="42" y="300"/>
                  </a:lnTo>
                  <a:lnTo>
                    <a:pt x="54" y="314"/>
                  </a:lnTo>
                  <a:lnTo>
                    <a:pt x="68" y="326"/>
                  </a:lnTo>
                  <a:lnTo>
                    <a:pt x="82" y="336"/>
                  </a:lnTo>
                  <a:lnTo>
                    <a:pt x="96" y="346"/>
                  </a:lnTo>
                  <a:lnTo>
                    <a:pt x="112" y="354"/>
                  </a:lnTo>
                  <a:lnTo>
                    <a:pt x="130" y="360"/>
                  </a:lnTo>
                  <a:lnTo>
                    <a:pt x="146" y="364"/>
                  </a:lnTo>
                  <a:lnTo>
                    <a:pt x="166" y="368"/>
                  </a:lnTo>
                  <a:lnTo>
                    <a:pt x="184" y="368"/>
                  </a:lnTo>
                  <a:lnTo>
                    <a:pt x="202" y="368"/>
                  </a:lnTo>
                  <a:lnTo>
                    <a:pt x="222" y="364"/>
                  </a:lnTo>
                  <a:lnTo>
                    <a:pt x="238" y="360"/>
                  </a:lnTo>
                  <a:lnTo>
                    <a:pt x="256" y="354"/>
                  </a:lnTo>
                  <a:lnTo>
                    <a:pt x="272" y="346"/>
                  </a:lnTo>
                  <a:lnTo>
                    <a:pt x="286" y="336"/>
                  </a:lnTo>
                  <a:lnTo>
                    <a:pt x="300" y="326"/>
                  </a:lnTo>
                  <a:lnTo>
                    <a:pt x="314" y="314"/>
                  </a:lnTo>
                  <a:lnTo>
                    <a:pt x="326" y="300"/>
                  </a:lnTo>
                  <a:lnTo>
                    <a:pt x="336" y="286"/>
                  </a:lnTo>
                  <a:lnTo>
                    <a:pt x="346" y="272"/>
                  </a:lnTo>
                  <a:lnTo>
                    <a:pt x="354" y="256"/>
                  </a:lnTo>
                  <a:lnTo>
                    <a:pt x="360" y="238"/>
                  </a:lnTo>
                  <a:lnTo>
                    <a:pt x="364" y="222"/>
                  </a:lnTo>
                  <a:lnTo>
                    <a:pt x="368" y="202"/>
                  </a:lnTo>
                  <a:lnTo>
                    <a:pt x="368" y="184"/>
                  </a:lnTo>
                  <a:lnTo>
                    <a:pt x="368" y="166"/>
                  </a:lnTo>
                  <a:lnTo>
                    <a:pt x="364" y="146"/>
                  </a:lnTo>
                  <a:lnTo>
                    <a:pt x="360" y="130"/>
                  </a:lnTo>
                  <a:lnTo>
                    <a:pt x="354" y="112"/>
                  </a:lnTo>
                  <a:lnTo>
                    <a:pt x="346" y="96"/>
                  </a:lnTo>
                  <a:lnTo>
                    <a:pt x="336" y="82"/>
                  </a:lnTo>
                  <a:lnTo>
                    <a:pt x="326" y="68"/>
                  </a:lnTo>
                  <a:lnTo>
                    <a:pt x="314" y="54"/>
                  </a:lnTo>
                  <a:lnTo>
                    <a:pt x="300" y="42"/>
                  </a:lnTo>
                  <a:lnTo>
                    <a:pt x="286" y="32"/>
                  </a:lnTo>
                  <a:lnTo>
                    <a:pt x="272" y="22"/>
                  </a:lnTo>
                  <a:lnTo>
                    <a:pt x="256" y="14"/>
                  </a:lnTo>
                  <a:lnTo>
                    <a:pt x="238" y="8"/>
                  </a:lnTo>
                  <a:lnTo>
                    <a:pt x="222" y="4"/>
                  </a:lnTo>
                  <a:lnTo>
                    <a:pt x="202" y="0"/>
                  </a:lnTo>
                  <a:lnTo>
                    <a:pt x="184" y="0"/>
                  </a:lnTo>
                  <a:lnTo>
                    <a:pt x="166" y="0"/>
                  </a:lnTo>
                  <a:lnTo>
                    <a:pt x="146" y="4"/>
                  </a:lnTo>
                  <a:lnTo>
                    <a:pt x="130" y="8"/>
                  </a:lnTo>
                  <a:lnTo>
                    <a:pt x="112" y="14"/>
                  </a:lnTo>
                  <a:lnTo>
                    <a:pt x="96" y="22"/>
                  </a:lnTo>
                  <a:lnTo>
                    <a:pt x="82" y="32"/>
                  </a:lnTo>
                  <a:lnTo>
                    <a:pt x="68" y="42"/>
                  </a:lnTo>
                  <a:lnTo>
                    <a:pt x="54" y="54"/>
                  </a:lnTo>
                  <a:lnTo>
                    <a:pt x="42" y="68"/>
                  </a:lnTo>
                  <a:lnTo>
                    <a:pt x="32" y="82"/>
                  </a:lnTo>
                  <a:lnTo>
                    <a:pt x="22" y="96"/>
                  </a:lnTo>
                  <a:lnTo>
                    <a:pt x="14" y="112"/>
                  </a:lnTo>
                  <a:lnTo>
                    <a:pt x="8" y="130"/>
                  </a:lnTo>
                  <a:lnTo>
                    <a:pt x="4" y="146"/>
                  </a:lnTo>
                  <a:lnTo>
                    <a:pt x="0" y="166"/>
                  </a:lnTo>
                  <a:lnTo>
                    <a:pt x="0" y="184"/>
                  </a:lnTo>
                  <a:close/>
                  <a:moveTo>
                    <a:pt x="80" y="184"/>
                  </a:moveTo>
                  <a:lnTo>
                    <a:pt x="80" y="184"/>
                  </a:lnTo>
                  <a:lnTo>
                    <a:pt x="82" y="164"/>
                  </a:lnTo>
                  <a:lnTo>
                    <a:pt x="88" y="144"/>
                  </a:lnTo>
                  <a:lnTo>
                    <a:pt x="98" y="126"/>
                  </a:lnTo>
                  <a:lnTo>
                    <a:pt x="110" y="110"/>
                  </a:lnTo>
                  <a:lnTo>
                    <a:pt x="126" y="98"/>
                  </a:lnTo>
                  <a:lnTo>
                    <a:pt x="144" y="88"/>
                  </a:lnTo>
                  <a:lnTo>
                    <a:pt x="164" y="82"/>
                  </a:lnTo>
                  <a:lnTo>
                    <a:pt x="184" y="80"/>
                  </a:lnTo>
                  <a:lnTo>
                    <a:pt x="204" y="82"/>
                  </a:lnTo>
                  <a:lnTo>
                    <a:pt x="224" y="88"/>
                  </a:lnTo>
                  <a:lnTo>
                    <a:pt x="242" y="98"/>
                  </a:lnTo>
                  <a:lnTo>
                    <a:pt x="258" y="110"/>
                  </a:lnTo>
                  <a:lnTo>
                    <a:pt x="270" y="126"/>
                  </a:lnTo>
                  <a:lnTo>
                    <a:pt x="280" y="144"/>
                  </a:lnTo>
                  <a:lnTo>
                    <a:pt x="286" y="164"/>
                  </a:lnTo>
                  <a:lnTo>
                    <a:pt x="288" y="184"/>
                  </a:lnTo>
                  <a:lnTo>
                    <a:pt x="286" y="204"/>
                  </a:lnTo>
                  <a:lnTo>
                    <a:pt x="280" y="224"/>
                  </a:lnTo>
                  <a:lnTo>
                    <a:pt x="270" y="242"/>
                  </a:lnTo>
                  <a:lnTo>
                    <a:pt x="258" y="258"/>
                  </a:lnTo>
                  <a:lnTo>
                    <a:pt x="242" y="270"/>
                  </a:lnTo>
                  <a:lnTo>
                    <a:pt x="224" y="280"/>
                  </a:lnTo>
                  <a:lnTo>
                    <a:pt x="204" y="286"/>
                  </a:lnTo>
                  <a:lnTo>
                    <a:pt x="184" y="288"/>
                  </a:lnTo>
                  <a:lnTo>
                    <a:pt x="164" y="286"/>
                  </a:lnTo>
                  <a:lnTo>
                    <a:pt x="144" y="280"/>
                  </a:lnTo>
                  <a:lnTo>
                    <a:pt x="126" y="270"/>
                  </a:lnTo>
                  <a:lnTo>
                    <a:pt x="110" y="258"/>
                  </a:lnTo>
                  <a:lnTo>
                    <a:pt x="98" y="242"/>
                  </a:lnTo>
                  <a:lnTo>
                    <a:pt x="88" y="224"/>
                  </a:lnTo>
                  <a:lnTo>
                    <a:pt x="82" y="204"/>
                  </a:lnTo>
                  <a:lnTo>
                    <a:pt x="80" y="184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>
                <a:solidFill>
                  <a:srgbClr val="000000"/>
                </a:solidFill>
                <a:sym typeface="宋体" panose="02010600030101010101" pitchFamily="2" charset="-122"/>
              </a:endParaRPr>
            </a:p>
          </p:txBody>
        </p:sp>
        <p:sp>
          <p:nvSpPr>
            <p:cNvPr id="8" name="Freeform 4">
              <a:extLst>
                <a:ext uri="{FF2B5EF4-FFF2-40B4-BE49-F238E27FC236}">
                  <a16:creationId xmlns:a16="http://schemas.microsoft.com/office/drawing/2014/main" id="{A4F47384-FEBD-4405-A9E6-32CE4678AD58}"/>
                </a:ext>
              </a:extLst>
            </p:cNvPr>
            <p:cNvSpPr>
              <a:spLocks noEditPoints="1"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88" y="288"/>
              <a:ext cx="656" cy="656"/>
            </a:xfrm>
            <a:custGeom>
              <a:avLst/>
              <a:gdLst>
                <a:gd name="T0" fmla="*/ 2 w 656"/>
                <a:gd name="T1" fmla="*/ 362 h 656"/>
                <a:gd name="T2" fmla="*/ 26 w 656"/>
                <a:gd name="T3" fmla="*/ 456 h 656"/>
                <a:gd name="T4" fmla="*/ 74 w 656"/>
                <a:gd name="T5" fmla="*/ 536 h 656"/>
                <a:gd name="T6" fmla="*/ 144 w 656"/>
                <a:gd name="T7" fmla="*/ 600 h 656"/>
                <a:gd name="T8" fmla="*/ 230 w 656"/>
                <a:gd name="T9" fmla="*/ 642 h 656"/>
                <a:gd name="T10" fmla="*/ 328 w 656"/>
                <a:gd name="T11" fmla="*/ 656 h 656"/>
                <a:gd name="T12" fmla="*/ 426 w 656"/>
                <a:gd name="T13" fmla="*/ 642 h 656"/>
                <a:gd name="T14" fmla="*/ 512 w 656"/>
                <a:gd name="T15" fmla="*/ 600 h 656"/>
                <a:gd name="T16" fmla="*/ 582 w 656"/>
                <a:gd name="T17" fmla="*/ 536 h 656"/>
                <a:gd name="T18" fmla="*/ 630 w 656"/>
                <a:gd name="T19" fmla="*/ 456 h 656"/>
                <a:gd name="T20" fmla="*/ 654 w 656"/>
                <a:gd name="T21" fmla="*/ 362 h 656"/>
                <a:gd name="T22" fmla="*/ 650 w 656"/>
                <a:gd name="T23" fmla="*/ 262 h 656"/>
                <a:gd name="T24" fmla="*/ 616 w 656"/>
                <a:gd name="T25" fmla="*/ 172 h 656"/>
                <a:gd name="T26" fmla="*/ 560 w 656"/>
                <a:gd name="T27" fmla="*/ 96 h 656"/>
                <a:gd name="T28" fmla="*/ 484 w 656"/>
                <a:gd name="T29" fmla="*/ 40 h 656"/>
                <a:gd name="T30" fmla="*/ 394 w 656"/>
                <a:gd name="T31" fmla="*/ 6 h 656"/>
                <a:gd name="T32" fmla="*/ 294 w 656"/>
                <a:gd name="T33" fmla="*/ 2 h 656"/>
                <a:gd name="T34" fmla="*/ 200 w 656"/>
                <a:gd name="T35" fmla="*/ 26 h 656"/>
                <a:gd name="T36" fmla="*/ 120 w 656"/>
                <a:gd name="T37" fmla="*/ 74 h 656"/>
                <a:gd name="T38" fmla="*/ 56 w 656"/>
                <a:gd name="T39" fmla="*/ 144 h 656"/>
                <a:gd name="T40" fmla="*/ 14 w 656"/>
                <a:gd name="T41" fmla="*/ 230 h 656"/>
                <a:gd name="T42" fmla="*/ 0 w 656"/>
                <a:gd name="T43" fmla="*/ 328 h 656"/>
                <a:gd name="T44" fmla="*/ 82 w 656"/>
                <a:gd name="T45" fmla="*/ 302 h 656"/>
                <a:gd name="T46" fmla="*/ 100 w 656"/>
                <a:gd name="T47" fmla="*/ 232 h 656"/>
                <a:gd name="T48" fmla="*/ 136 w 656"/>
                <a:gd name="T49" fmla="*/ 170 h 656"/>
                <a:gd name="T50" fmla="*/ 190 w 656"/>
                <a:gd name="T51" fmla="*/ 122 h 656"/>
                <a:gd name="T52" fmla="*/ 254 w 656"/>
                <a:gd name="T53" fmla="*/ 92 h 656"/>
                <a:gd name="T54" fmla="*/ 328 w 656"/>
                <a:gd name="T55" fmla="*/ 80 h 656"/>
                <a:gd name="T56" fmla="*/ 402 w 656"/>
                <a:gd name="T57" fmla="*/ 92 h 656"/>
                <a:gd name="T58" fmla="*/ 466 w 656"/>
                <a:gd name="T59" fmla="*/ 122 h 656"/>
                <a:gd name="T60" fmla="*/ 520 w 656"/>
                <a:gd name="T61" fmla="*/ 170 h 656"/>
                <a:gd name="T62" fmla="*/ 556 w 656"/>
                <a:gd name="T63" fmla="*/ 232 h 656"/>
                <a:gd name="T64" fmla="*/ 574 w 656"/>
                <a:gd name="T65" fmla="*/ 302 h 656"/>
                <a:gd name="T66" fmla="*/ 570 w 656"/>
                <a:gd name="T67" fmla="*/ 378 h 656"/>
                <a:gd name="T68" fmla="*/ 546 w 656"/>
                <a:gd name="T69" fmla="*/ 446 h 656"/>
                <a:gd name="T70" fmla="*/ 504 w 656"/>
                <a:gd name="T71" fmla="*/ 504 h 656"/>
                <a:gd name="T72" fmla="*/ 446 w 656"/>
                <a:gd name="T73" fmla="*/ 546 h 656"/>
                <a:gd name="T74" fmla="*/ 378 w 656"/>
                <a:gd name="T75" fmla="*/ 570 h 656"/>
                <a:gd name="T76" fmla="*/ 302 w 656"/>
                <a:gd name="T77" fmla="*/ 574 h 656"/>
                <a:gd name="T78" fmla="*/ 232 w 656"/>
                <a:gd name="T79" fmla="*/ 556 h 656"/>
                <a:gd name="T80" fmla="*/ 170 w 656"/>
                <a:gd name="T81" fmla="*/ 520 h 656"/>
                <a:gd name="T82" fmla="*/ 122 w 656"/>
                <a:gd name="T83" fmla="*/ 466 h 656"/>
                <a:gd name="T84" fmla="*/ 92 w 656"/>
                <a:gd name="T85" fmla="*/ 402 h 656"/>
                <a:gd name="T86" fmla="*/ 80 w 656"/>
                <a:gd name="T87" fmla="*/ 328 h 65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656"/>
                <a:gd name="T133" fmla="*/ 0 h 656"/>
                <a:gd name="T134" fmla="*/ 656 w 656"/>
                <a:gd name="T135" fmla="*/ 656 h 65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656" h="656">
                  <a:moveTo>
                    <a:pt x="0" y="328"/>
                  </a:moveTo>
                  <a:lnTo>
                    <a:pt x="0" y="328"/>
                  </a:lnTo>
                  <a:lnTo>
                    <a:pt x="2" y="362"/>
                  </a:lnTo>
                  <a:lnTo>
                    <a:pt x="6" y="394"/>
                  </a:lnTo>
                  <a:lnTo>
                    <a:pt x="14" y="426"/>
                  </a:lnTo>
                  <a:lnTo>
                    <a:pt x="26" y="456"/>
                  </a:lnTo>
                  <a:lnTo>
                    <a:pt x="40" y="484"/>
                  </a:lnTo>
                  <a:lnTo>
                    <a:pt x="56" y="512"/>
                  </a:lnTo>
                  <a:lnTo>
                    <a:pt x="74" y="536"/>
                  </a:lnTo>
                  <a:lnTo>
                    <a:pt x="96" y="560"/>
                  </a:lnTo>
                  <a:lnTo>
                    <a:pt x="120" y="582"/>
                  </a:lnTo>
                  <a:lnTo>
                    <a:pt x="144" y="600"/>
                  </a:lnTo>
                  <a:lnTo>
                    <a:pt x="172" y="616"/>
                  </a:lnTo>
                  <a:lnTo>
                    <a:pt x="200" y="630"/>
                  </a:lnTo>
                  <a:lnTo>
                    <a:pt x="230" y="642"/>
                  </a:lnTo>
                  <a:lnTo>
                    <a:pt x="262" y="650"/>
                  </a:lnTo>
                  <a:lnTo>
                    <a:pt x="294" y="654"/>
                  </a:lnTo>
                  <a:lnTo>
                    <a:pt x="328" y="656"/>
                  </a:lnTo>
                  <a:lnTo>
                    <a:pt x="362" y="654"/>
                  </a:lnTo>
                  <a:lnTo>
                    <a:pt x="394" y="650"/>
                  </a:lnTo>
                  <a:lnTo>
                    <a:pt x="426" y="642"/>
                  </a:lnTo>
                  <a:lnTo>
                    <a:pt x="456" y="630"/>
                  </a:lnTo>
                  <a:lnTo>
                    <a:pt x="484" y="616"/>
                  </a:lnTo>
                  <a:lnTo>
                    <a:pt x="512" y="600"/>
                  </a:lnTo>
                  <a:lnTo>
                    <a:pt x="536" y="582"/>
                  </a:lnTo>
                  <a:lnTo>
                    <a:pt x="560" y="560"/>
                  </a:lnTo>
                  <a:lnTo>
                    <a:pt x="582" y="536"/>
                  </a:lnTo>
                  <a:lnTo>
                    <a:pt x="600" y="512"/>
                  </a:lnTo>
                  <a:lnTo>
                    <a:pt x="616" y="484"/>
                  </a:lnTo>
                  <a:lnTo>
                    <a:pt x="630" y="456"/>
                  </a:lnTo>
                  <a:lnTo>
                    <a:pt x="642" y="426"/>
                  </a:lnTo>
                  <a:lnTo>
                    <a:pt x="650" y="394"/>
                  </a:lnTo>
                  <a:lnTo>
                    <a:pt x="654" y="362"/>
                  </a:lnTo>
                  <a:lnTo>
                    <a:pt x="656" y="328"/>
                  </a:lnTo>
                  <a:lnTo>
                    <a:pt x="654" y="294"/>
                  </a:lnTo>
                  <a:lnTo>
                    <a:pt x="650" y="262"/>
                  </a:lnTo>
                  <a:lnTo>
                    <a:pt x="642" y="230"/>
                  </a:lnTo>
                  <a:lnTo>
                    <a:pt x="630" y="200"/>
                  </a:lnTo>
                  <a:lnTo>
                    <a:pt x="616" y="172"/>
                  </a:lnTo>
                  <a:lnTo>
                    <a:pt x="600" y="144"/>
                  </a:lnTo>
                  <a:lnTo>
                    <a:pt x="582" y="120"/>
                  </a:lnTo>
                  <a:lnTo>
                    <a:pt x="560" y="96"/>
                  </a:lnTo>
                  <a:lnTo>
                    <a:pt x="536" y="74"/>
                  </a:lnTo>
                  <a:lnTo>
                    <a:pt x="512" y="56"/>
                  </a:lnTo>
                  <a:lnTo>
                    <a:pt x="484" y="40"/>
                  </a:lnTo>
                  <a:lnTo>
                    <a:pt x="456" y="26"/>
                  </a:lnTo>
                  <a:lnTo>
                    <a:pt x="426" y="14"/>
                  </a:lnTo>
                  <a:lnTo>
                    <a:pt x="394" y="6"/>
                  </a:lnTo>
                  <a:lnTo>
                    <a:pt x="362" y="2"/>
                  </a:lnTo>
                  <a:lnTo>
                    <a:pt x="328" y="0"/>
                  </a:lnTo>
                  <a:lnTo>
                    <a:pt x="294" y="2"/>
                  </a:lnTo>
                  <a:lnTo>
                    <a:pt x="262" y="6"/>
                  </a:lnTo>
                  <a:lnTo>
                    <a:pt x="230" y="14"/>
                  </a:lnTo>
                  <a:lnTo>
                    <a:pt x="200" y="26"/>
                  </a:lnTo>
                  <a:lnTo>
                    <a:pt x="172" y="40"/>
                  </a:lnTo>
                  <a:lnTo>
                    <a:pt x="144" y="56"/>
                  </a:lnTo>
                  <a:lnTo>
                    <a:pt x="120" y="74"/>
                  </a:lnTo>
                  <a:lnTo>
                    <a:pt x="96" y="96"/>
                  </a:lnTo>
                  <a:lnTo>
                    <a:pt x="74" y="120"/>
                  </a:lnTo>
                  <a:lnTo>
                    <a:pt x="56" y="144"/>
                  </a:lnTo>
                  <a:lnTo>
                    <a:pt x="40" y="172"/>
                  </a:lnTo>
                  <a:lnTo>
                    <a:pt x="26" y="200"/>
                  </a:lnTo>
                  <a:lnTo>
                    <a:pt x="14" y="230"/>
                  </a:lnTo>
                  <a:lnTo>
                    <a:pt x="6" y="262"/>
                  </a:lnTo>
                  <a:lnTo>
                    <a:pt x="2" y="294"/>
                  </a:lnTo>
                  <a:lnTo>
                    <a:pt x="0" y="328"/>
                  </a:lnTo>
                  <a:close/>
                  <a:moveTo>
                    <a:pt x="80" y="328"/>
                  </a:moveTo>
                  <a:lnTo>
                    <a:pt x="80" y="328"/>
                  </a:lnTo>
                  <a:lnTo>
                    <a:pt x="82" y="302"/>
                  </a:lnTo>
                  <a:lnTo>
                    <a:pt x="86" y="278"/>
                  </a:lnTo>
                  <a:lnTo>
                    <a:pt x="92" y="254"/>
                  </a:lnTo>
                  <a:lnTo>
                    <a:pt x="100" y="232"/>
                  </a:lnTo>
                  <a:lnTo>
                    <a:pt x="110" y="210"/>
                  </a:lnTo>
                  <a:lnTo>
                    <a:pt x="122" y="190"/>
                  </a:lnTo>
                  <a:lnTo>
                    <a:pt x="136" y="170"/>
                  </a:lnTo>
                  <a:lnTo>
                    <a:pt x="152" y="152"/>
                  </a:lnTo>
                  <a:lnTo>
                    <a:pt x="170" y="136"/>
                  </a:lnTo>
                  <a:lnTo>
                    <a:pt x="190" y="122"/>
                  </a:lnTo>
                  <a:lnTo>
                    <a:pt x="210" y="110"/>
                  </a:lnTo>
                  <a:lnTo>
                    <a:pt x="232" y="100"/>
                  </a:lnTo>
                  <a:lnTo>
                    <a:pt x="254" y="92"/>
                  </a:lnTo>
                  <a:lnTo>
                    <a:pt x="278" y="86"/>
                  </a:lnTo>
                  <a:lnTo>
                    <a:pt x="302" y="82"/>
                  </a:lnTo>
                  <a:lnTo>
                    <a:pt x="328" y="80"/>
                  </a:lnTo>
                  <a:lnTo>
                    <a:pt x="354" y="82"/>
                  </a:lnTo>
                  <a:lnTo>
                    <a:pt x="378" y="86"/>
                  </a:lnTo>
                  <a:lnTo>
                    <a:pt x="402" y="92"/>
                  </a:lnTo>
                  <a:lnTo>
                    <a:pt x="424" y="100"/>
                  </a:lnTo>
                  <a:lnTo>
                    <a:pt x="446" y="110"/>
                  </a:lnTo>
                  <a:lnTo>
                    <a:pt x="466" y="122"/>
                  </a:lnTo>
                  <a:lnTo>
                    <a:pt x="486" y="136"/>
                  </a:lnTo>
                  <a:lnTo>
                    <a:pt x="504" y="152"/>
                  </a:lnTo>
                  <a:lnTo>
                    <a:pt x="520" y="170"/>
                  </a:lnTo>
                  <a:lnTo>
                    <a:pt x="534" y="190"/>
                  </a:lnTo>
                  <a:lnTo>
                    <a:pt x="546" y="210"/>
                  </a:lnTo>
                  <a:lnTo>
                    <a:pt x="556" y="232"/>
                  </a:lnTo>
                  <a:lnTo>
                    <a:pt x="564" y="254"/>
                  </a:lnTo>
                  <a:lnTo>
                    <a:pt x="570" y="278"/>
                  </a:lnTo>
                  <a:lnTo>
                    <a:pt x="574" y="302"/>
                  </a:lnTo>
                  <a:lnTo>
                    <a:pt x="576" y="328"/>
                  </a:lnTo>
                  <a:lnTo>
                    <a:pt x="574" y="354"/>
                  </a:lnTo>
                  <a:lnTo>
                    <a:pt x="570" y="378"/>
                  </a:lnTo>
                  <a:lnTo>
                    <a:pt x="564" y="402"/>
                  </a:lnTo>
                  <a:lnTo>
                    <a:pt x="556" y="424"/>
                  </a:lnTo>
                  <a:lnTo>
                    <a:pt x="546" y="446"/>
                  </a:lnTo>
                  <a:lnTo>
                    <a:pt x="534" y="466"/>
                  </a:lnTo>
                  <a:lnTo>
                    <a:pt x="520" y="486"/>
                  </a:lnTo>
                  <a:lnTo>
                    <a:pt x="504" y="504"/>
                  </a:lnTo>
                  <a:lnTo>
                    <a:pt x="486" y="520"/>
                  </a:lnTo>
                  <a:lnTo>
                    <a:pt x="466" y="534"/>
                  </a:lnTo>
                  <a:lnTo>
                    <a:pt x="446" y="546"/>
                  </a:lnTo>
                  <a:lnTo>
                    <a:pt x="424" y="556"/>
                  </a:lnTo>
                  <a:lnTo>
                    <a:pt x="402" y="564"/>
                  </a:lnTo>
                  <a:lnTo>
                    <a:pt x="378" y="570"/>
                  </a:lnTo>
                  <a:lnTo>
                    <a:pt x="354" y="574"/>
                  </a:lnTo>
                  <a:lnTo>
                    <a:pt x="328" y="576"/>
                  </a:lnTo>
                  <a:lnTo>
                    <a:pt x="302" y="574"/>
                  </a:lnTo>
                  <a:lnTo>
                    <a:pt x="278" y="570"/>
                  </a:lnTo>
                  <a:lnTo>
                    <a:pt x="254" y="564"/>
                  </a:lnTo>
                  <a:lnTo>
                    <a:pt x="232" y="556"/>
                  </a:lnTo>
                  <a:lnTo>
                    <a:pt x="210" y="546"/>
                  </a:lnTo>
                  <a:lnTo>
                    <a:pt x="190" y="534"/>
                  </a:lnTo>
                  <a:lnTo>
                    <a:pt x="170" y="520"/>
                  </a:lnTo>
                  <a:lnTo>
                    <a:pt x="152" y="504"/>
                  </a:lnTo>
                  <a:lnTo>
                    <a:pt x="136" y="486"/>
                  </a:lnTo>
                  <a:lnTo>
                    <a:pt x="122" y="466"/>
                  </a:lnTo>
                  <a:lnTo>
                    <a:pt x="110" y="446"/>
                  </a:lnTo>
                  <a:lnTo>
                    <a:pt x="100" y="424"/>
                  </a:lnTo>
                  <a:lnTo>
                    <a:pt x="92" y="402"/>
                  </a:lnTo>
                  <a:lnTo>
                    <a:pt x="86" y="378"/>
                  </a:lnTo>
                  <a:lnTo>
                    <a:pt x="82" y="354"/>
                  </a:lnTo>
                  <a:lnTo>
                    <a:pt x="80" y="328"/>
                  </a:lnTo>
                  <a:close/>
                </a:path>
              </a:pathLst>
            </a:custGeom>
            <a:solidFill>
              <a:srgbClr val="404040">
                <a:alpha val="28999"/>
              </a:srgbClr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>
                <a:solidFill>
                  <a:srgbClr val="000000"/>
                </a:solidFill>
                <a:sym typeface="宋体" panose="02010600030101010101" pitchFamily="2" charset="-122"/>
              </a:endParaRPr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47141D0A-6F79-485B-804F-D053F3217800}"/>
                </a:ext>
              </a:extLst>
            </p:cNvPr>
            <p:cNvSpPr>
              <a:spLocks noEditPoints="1"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44" y="144"/>
              <a:ext cx="944" cy="944"/>
            </a:xfrm>
            <a:custGeom>
              <a:avLst/>
              <a:gdLst>
                <a:gd name="T0" fmla="*/ 0 w 944"/>
                <a:gd name="T1" fmla="*/ 496 h 944"/>
                <a:gd name="T2" fmla="*/ 10 w 944"/>
                <a:gd name="T3" fmla="*/ 568 h 944"/>
                <a:gd name="T4" fmla="*/ 58 w 944"/>
                <a:gd name="T5" fmla="*/ 696 h 944"/>
                <a:gd name="T6" fmla="*/ 138 w 944"/>
                <a:gd name="T7" fmla="*/ 806 h 944"/>
                <a:gd name="T8" fmla="*/ 248 w 944"/>
                <a:gd name="T9" fmla="*/ 886 h 944"/>
                <a:gd name="T10" fmla="*/ 376 w 944"/>
                <a:gd name="T11" fmla="*/ 934 h 944"/>
                <a:gd name="T12" fmla="*/ 448 w 944"/>
                <a:gd name="T13" fmla="*/ 944 h 944"/>
                <a:gd name="T14" fmla="*/ 520 w 944"/>
                <a:gd name="T15" fmla="*/ 942 h 944"/>
                <a:gd name="T16" fmla="*/ 612 w 944"/>
                <a:gd name="T17" fmla="*/ 922 h 944"/>
                <a:gd name="T18" fmla="*/ 736 w 944"/>
                <a:gd name="T19" fmla="*/ 864 h 944"/>
                <a:gd name="T20" fmla="*/ 836 w 944"/>
                <a:gd name="T21" fmla="*/ 772 h 944"/>
                <a:gd name="T22" fmla="*/ 906 w 944"/>
                <a:gd name="T23" fmla="*/ 656 h 944"/>
                <a:gd name="T24" fmla="*/ 938 w 944"/>
                <a:gd name="T25" fmla="*/ 544 h 944"/>
                <a:gd name="T26" fmla="*/ 944 w 944"/>
                <a:gd name="T27" fmla="*/ 472 h 944"/>
                <a:gd name="T28" fmla="*/ 938 w 944"/>
                <a:gd name="T29" fmla="*/ 400 h 944"/>
                <a:gd name="T30" fmla="*/ 906 w 944"/>
                <a:gd name="T31" fmla="*/ 288 h 944"/>
                <a:gd name="T32" fmla="*/ 836 w 944"/>
                <a:gd name="T33" fmla="*/ 172 h 944"/>
                <a:gd name="T34" fmla="*/ 736 w 944"/>
                <a:gd name="T35" fmla="*/ 80 h 944"/>
                <a:gd name="T36" fmla="*/ 612 w 944"/>
                <a:gd name="T37" fmla="*/ 22 h 944"/>
                <a:gd name="T38" fmla="*/ 520 w 944"/>
                <a:gd name="T39" fmla="*/ 2 h 944"/>
                <a:gd name="T40" fmla="*/ 448 w 944"/>
                <a:gd name="T41" fmla="*/ 0 h 944"/>
                <a:gd name="T42" fmla="*/ 376 w 944"/>
                <a:gd name="T43" fmla="*/ 10 h 944"/>
                <a:gd name="T44" fmla="*/ 248 w 944"/>
                <a:gd name="T45" fmla="*/ 58 h 944"/>
                <a:gd name="T46" fmla="*/ 138 w 944"/>
                <a:gd name="T47" fmla="*/ 138 h 944"/>
                <a:gd name="T48" fmla="*/ 58 w 944"/>
                <a:gd name="T49" fmla="*/ 248 h 944"/>
                <a:gd name="T50" fmla="*/ 10 w 944"/>
                <a:gd name="T51" fmla="*/ 376 h 944"/>
                <a:gd name="T52" fmla="*/ 0 w 944"/>
                <a:gd name="T53" fmla="*/ 448 h 944"/>
                <a:gd name="T54" fmla="*/ 80 w 944"/>
                <a:gd name="T55" fmla="*/ 472 h 944"/>
                <a:gd name="T56" fmla="*/ 98 w 944"/>
                <a:gd name="T57" fmla="*/ 356 h 944"/>
                <a:gd name="T58" fmla="*/ 148 w 944"/>
                <a:gd name="T59" fmla="*/ 252 h 944"/>
                <a:gd name="T60" fmla="*/ 222 w 944"/>
                <a:gd name="T61" fmla="*/ 170 h 944"/>
                <a:gd name="T62" fmla="*/ 320 w 944"/>
                <a:gd name="T63" fmla="*/ 110 h 944"/>
                <a:gd name="T64" fmla="*/ 432 w 944"/>
                <a:gd name="T65" fmla="*/ 82 h 944"/>
                <a:gd name="T66" fmla="*/ 550 w 944"/>
                <a:gd name="T67" fmla="*/ 88 h 944"/>
                <a:gd name="T68" fmla="*/ 658 w 944"/>
                <a:gd name="T69" fmla="*/ 128 h 944"/>
                <a:gd name="T70" fmla="*/ 750 w 944"/>
                <a:gd name="T71" fmla="*/ 194 h 944"/>
                <a:gd name="T72" fmla="*/ 816 w 944"/>
                <a:gd name="T73" fmla="*/ 286 h 944"/>
                <a:gd name="T74" fmla="*/ 856 w 944"/>
                <a:gd name="T75" fmla="*/ 394 h 944"/>
                <a:gd name="T76" fmla="*/ 862 w 944"/>
                <a:gd name="T77" fmla="*/ 512 h 944"/>
                <a:gd name="T78" fmla="*/ 834 w 944"/>
                <a:gd name="T79" fmla="*/ 624 h 944"/>
                <a:gd name="T80" fmla="*/ 774 w 944"/>
                <a:gd name="T81" fmla="*/ 722 h 944"/>
                <a:gd name="T82" fmla="*/ 692 w 944"/>
                <a:gd name="T83" fmla="*/ 796 h 944"/>
                <a:gd name="T84" fmla="*/ 588 w 944"/>
                <a:gd name="T85" fmla="*/ 846 h 944"/>
                <a:gd name="T86" fmla="*/ 472 w 944"/>
                <a:gd name="T87" fmla="*/ 864 h 944"/>
                <a:gd name="T88" fmla="*/ 356 w 944"/>
                <a:gd name="T89" fmla="*/ 846 h 944"/>
                <a:gd name="T90" fmla="*/ 252 w 944"/>
                <a:gd name="T91" fmla="*/ 796 h 944"/>
                <a:gd name="T92" fmla="*/ 170 w 944"/>
                <a:gd name="T93" fmla="*/ 722 h 944"/>
                <a:gd name="T94" fmla="*/ 110 w 944"/>
                <a:gd name="T95" fmla="*/ 624 h 944"/>
                <a:gd name="T96" fmla="*/ 82 w 944"/>
                <a:gd name="T97" fmla="*/ 512 h 94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944"/>
                <a:gd name="T148" fmla="*/ 0 h 944"/>
                <a:gd name="T149" fmla="*/ 944 w 944"/>
                <a:gd name="T150" fmla="*/ 944 h 944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944" h="944">
                  <a:moveTo>
                    <a:pt x="0" y="472"/>
                  </a:moveTo>
                  <a:lnTo>
                    <a:pt x="0" y="472"/>
                  </a:lnTo>
                  <a:lnTo>
                    <a:pt x="0" y="496"/>
                  </a:lnTo>
                  <a:lnTo>
                    <a:pt x="2" y="520"/>
                  </a:lnTo>
                  <a:lnTo>
                    <a:pt x="6" y="544"/>
                  </a:lnTo>
                  <a:lnTo>
                    <a:pt x="10" y="568"/>
                  </a:lnTo>
                  <a:lnTo>
                    <a:pt x="22" y="612"/>
                  </a:lnTo>
                  <a:lnTo>
                    <a:pt x="38" y="656"/>
                  </a:lnTo>
                  <a:lnTo>
                    <a:pt x="58" y="696"/>
                  </a:lnTo>
                  <a:lnTo>
                    <a:pt x="80" y="736"/>
                  </a:lnTo>
                  <a:lnTo>
                    <a:pt x="108" y="772"/>
                  </a:lnTo>
                  <a:lnTo>
                    <a:pt x="138" y="806"/>
                  </a:lnTo>
                  <a:lnTo>
                    <a:pt x="172" y="836"/>
                  </a:lnTo>
                  <a:lnTo>
                    <a:pt x="208" y="864"/>
                  </a:lnTo>
                  <a:lnTo>
                    <a:pt x="248" y="886"/>
                  </a:lnTo>
                  <a:lnTo>
                    <a:pt x="288" y="906"/>
                  </a:lnTo>
                  <a:lnTo>
                    <a:pt x="332" y="922"/>
                  </a:lnTo>
                  <a:lnTo>
                    <a:pt x="376" y="934"/>
                  </a:lnTo>
                  <a:lnTo>
                    <a:pt x="400" y="938"/>
                  </a:lnTo>
                  <a:lnTo>
                    <a:pt x="424" y="942"/>
                  </a:lnTo>
                  <a:lnTo>
                    <a:pt x="448" y="944"/>
                  </a:lnTo>
                  <a:lnTo>
                    <a:pt x="472" y="944"/>
                  </a:lnTo>
                  <a:lnTo>
                    <a:pt x="496" y="944"/>
                  </a:lnTo>
                  <a:lnTo>
                    <a:pt x="520" y="942"/>
                  </a:lnTo>
                  <a:lnTo>
                    <a:pt x="544" y="938"/>
                  </a:lnTo>
                  <a:lnTo>
                    <a:pt x="568" y="934"/>
                  </a:lnTo>
                  <a:lnTo>
                    <a:pt x="612" y="922"/>
                  </a:lnTo>
                  <a:lnTo>
                    <a:pt x="656" y="906"/>
                  </a:lnTo>
                  <a:lnTo>
                    <a:pt x="696" y="886"/>
                  </a:lnTo>
                  <a:lnTo>
                    <a:pt x="736" y="864"/>
                  </a:lnTo>
                  <a:lnTo>
                    <a:pt x="772" y="836"/>
                  </a:lnTo>
                  <a:lnTo>
                    <a:pt x="806" y="806"/>
                  </a:lnTo>
                  <a:lnTo>
                    <a:pt x="836" y="772"/>
                  </a:lnTo>
                  <a:lnTo>
                    <a:pt x="864" y="736"/>
                  </a:lnTo>
                  <a:lnTo>
                    <a:pt x="886" y="696"/>
                  </a:lnTo>
                  <a:lnTo>
                    <a:pt x="906" y="656"/>
                  </a:lnTo>
                  <a:lnTo>
                    <a:pt x="922" y="612"/>
                  </a:lnTo>
                  <a:lnTo>
                    <a:pt x="934" y="568"/>
                  </a:lnTo>
                  <a:lnTo>
                    <a:pt x="938" y="544"/>
                  </a:lnTo>
                  <a:lnTo>
                    <a:pt x="942" y="520"/>
                  </a:lnTo>
                  <a:lnTo>
                    <a:pt x="944" y="496"/>
                  </a:lnTo>
                  <a:lnTo>
                    <a:pt x="944" y="472"/>
                  </a:lnTo>
                  <a:lnTo>
                    <a:pt x="944" y="448"/>
                  </a:lnTo>
                  <a:lnTo>
                    <a:pt x="942" y="424"/>
                  </a:lnTo>
                  <a:lnTo>
                    <a:pt x="938" y="400"/>
                  </a:lnTo>
                  <a:lnTo>
                    <a:pt x="934" y="376"/>
                  </a:lnTo>
                  <a:lnTo>
                    <a:pt x="922" y="332"/>
                  </a:lnTo>
                  <a:lnTo>
                    <a:pt x="906" y="288"/>
                  </a:lnTo>
                  <a:lnTo>
                    <a:pt x="886" y="248"/>
                  </a:lnTo>
                  <a:lnTo>
                    <a:pt x="864" y="208"/>
                  </a:lnTo>
                  <a:lnTo>
                    <a:pt x="836" y="172"/>
                  </a:lnTo>
                  <a:lnTo>
                    <a:pt x="806" y="138"/>
                  </a:lnTo>
                  <a:lnTo>
                    <a:pt x="772" y="108"/>
                  </a:lnTo>
                  <a:lnTo>
                    <a:pt x="736" y="80"/>
                  </a:lnTo>
                  <a:lnTo>
                    <a:pt x="696" y="58"/>
                  </a:lnTo>
                  <a:lnTo>
                    <a:pt x="656" y="38"/>
                  </a:lnTo>
                  <a:lnTo>
                    <a:pt x="612" y="22"/>
                  </a:lnTo>
                  <a:lnTo>
                    <a:pt x="568" y="10"/>
                  </a:lnTo>
                  <a:lnTo>
                    <a:pt x="544" y="6"/>
                  </a:lnTo>
                  <a:lnTo>
                    <a:pt x="520" y="2"/>
                  </a:lnTo>
                  <a:lnTo>
                    <a:pt x="496" y="0"/>
                  </a:lnTo>
                  <a:lnTo>
                    <a:pt x="472" y="0"/>
                  </a:lnTo>
                  <a:lnTo>
                    <a:pt x="448" y="0"/>
                  </a:lnTo>
                  <a:lnTo>
                    <a:pt x="424" y="2"/>
                  </a:lnTo>
                  <a:lnTo>
                    <a:pt x="400" y="6"/>
                  </a:lnTo>
                  <a:lnTo>
                    <a:pt x="376" y="10"/>
                  </a:lnTo>
                  <a:lnTo>
                    <a:pt x="332" y="22"/>
                  </a:lnTo>
                  <a:lnTo>
                    <a:pt x="288" y="38"/>
                  </a:lnTo>
                  <a:lnTo>
                    <a:pt x="248" y="58"/>
                  </a:lnTo>
                  <a:lnTo>
                    <a:pt x="208" y="80"/>
                  </a:lnTo>
                  <a:lnTo>
                    <a:pt x="172" y="108"/>
                  </a:lnTo>
                  <a:lnTo>
                    <a:pt x="138" y="138"/>
                  </a:lnTo>
                  <a:lnTo>
                    <a:pt x="108" y="172"/>
                  </a:lnTo>
                  <a:lnTo>
                    <a:pt x="80" y="208"/>
                  </a:lnTo>
                  <a:lnTo>
                    <a:pt x="58" y="248"/>
                  </a:lnTo>
                  <a:lnTo>
                    <a:pt x="38" y="288"/>
                  </a:lnTo>
                  <a:lnTo>
                    <a:pt x="22" y="332"/>
                  </a:lnTo>
                  <a:lnTo>
                    <a:pt x="10" y="376"/>
                  </a:lnTo>
                  <a:lnTo>
                    <a:pt x="6" y="400"/>
                  </a:lnTo>
                  <a:lnTo>
                    <a:pt x="2" y="424"/>
                  </a:lnTo>
                  <a:lnTo>
                    <a:pt x="0" y="448"/>
                  </a:lnTo>
                  <a:lnTo>
                    <a:pt x="0" y="472"/>
                  </a:lnTo>
                  <a:close/>
                  <a:moveTo>
                    <a:pt x="80" y="472"/>
                  </a:moveTo>
                  <a:lnTo>
                    <a:pt x="80" y="472"/>
                  </a:lnTo>
                  <a:lnTo>
                    <a:pt x="82" y="432"/>
                  </a:lnTo>
                  <a:lnTo>
                    <a:pt x="88" y="394"/>
                  </a:lnTo>
                  <a:lnTo>
                    <a:pt x="98" y="356"/>
                  </a:lnTo>
                  <a:lnTo>
                    <a:pt x="110" y="320"/>
                  </a:lnTo>
                  <a:lnTo>
                    <a:pt x="128" y="286"/>
                  </a:lnTo>
                  <a:lnTo>
                    <a:pt x="148" y="252"/>
                  </a:lnTo>
                  <a:lnTo>
                    <a:pt x="170" y="222"/>
                  </a:lnTo>
                  <a:lnTo>
                    <a:pt x="194" y="194"/>
                  </a:lnTo>
                  <a:lnTo>
                    <a:pt x="222" y="170"/>
                  </a:lnTo>
                  <a:lnTo>
                    <a:pt x="252" y="148"/>
                  </a:lnTo>
                  <a:lnTo>
                    <a:pt x="286" y="128"/>
                  </a:lnTo>
                  <a:lnTo>
                    <a:pt x="320" y="110"/>
                  </a:lnTo>
                  <a:lnTo>
                    <a:pt x="356" y="98"/>
                  </a:lnTo>
                  <a:lnTo>
                    <a:pt x="394" y="88"/>
                  </a:lnTo>
                  <a:lnTo>
                    <a:pt x="432" y="82"/>
                  </a:lnTo>
                  <a:lnTo>
                    <a:pt x="472" y="80"/>
                  </a:lnTo>
                  <a:lnTo>
                    <a:pt x="512" y="82"/>
                  </a:lnTo>
                  <a:lnTo>
                    <a:pt x="550" y="88"/>
                  </a:lnTo>
                  <a:lnTo>
                    <a:pt x="588" y="98"/>
                  </a:lnTo>
                  <a:lnTo>
                    <a:pt x="624" y="110"/>
                  </a:lnTo>
                  <a:lnTo>
                    <a:pt x="658" y="128"/>
                  </a:lnTo>
                  <a:lnTo>
                    <a:pt x="692" y="148"/>
                  </a:lnTo>
                  <a:lnTo>
                    <a:pt x="722" y="170"/>
                  </a:lnTo>
                  <a:lnTo>
                    <a:pt x="750" y="194"/>
                  </a:lnTo>
                  <a:lnTo>
                    <a:pt x="774" y="222"/>
                  </a:lnTo>
                  <a:lnTo>
                    <a:pt x="796" y="252"/>
                  </a:lnTo>
                  <a:lnTo>
                    <a:pt x="816" y="286"/>
                  </a:lnTo>
                  <a:lnTo>
                    <a:pt x="834" y="320"/>
                  </a:lnTo>
                  <a:lnTo>
                    <a:pt x="846" y="356"/>
                  </a:lnTo>
                  <a:lnTo>
                    <a:pt x="856" y="394"/>
                  </a:lnTo>
                  <a:lnTo>
                    <a:pt x="862" y="432"/>
                  </a:lnTo>
                  <a:lnTo>
                    <a:pt x="864" y="472"/>
                  </a:lnTo>
                  <a:lnTo>
                    <a:pt x="862" y="512"/>
                  </a:lnTo>
                  <a:lnTo>
                    <a:pt x="856" y="550"/>
                  </a:lnTo>
                  <a:lnTo>
                    <a:pt x="846" y="588"/>
                  </a:lnTo>
                  <a:lnTo>
                    <a:pt x="834" y="624"/>
                  </a:lnTo>
                  <a:lnTo>
                    <a:pt x="816" y="658"/>
                  </a:lnTo>
                  <a:lnTo>
                    <a:pt x="796" y="692"/>
                  </a:lnTo>
                  <a:lnTo>
                    <a:pt x="774" y="722"/>
                  </a:lnTo>
                  <a:lnTo>
                    <a:pt x="750" y="750"/>
                  </a:lnTo>
                  <a:lnTo>
                    <a:pt x="722" y="774"/>
                  </a:lnTo>
                  <a:lnTo>
                    <a:pt x="692" y="796"/>
                  </a:lnTo>
                  <a:lnTo>
                    <a:pt x="658" y="816"/>
                  </a:lnTo>
                  <a:lnTo>
                    <a:pt x="624" y="834"/>
                  </a:lnTo>
                  <a:lnTo>
                    <a:pt x="588" y="846"/>
                  </a:lnTo>
                  <a:lnTo>
                    <a:pt x="550" y="856"/>
                  </a:lnTo>
                  <a:lnTo>
                    <a:pt x="512" y="862"/>
                  </a:lnTo>
                  <a:lnTo>
                    <a:pt x="472" y="864"/>
                  </a:lnTo>
                  <a:lnTo>
                    <a:pt x="432" y="862"/>
                  </a:lnTo>
                  <a:lnTo>
                    <a:pt x="394" y="856"/>
                  </a:lnTo>
                  <a:lnTo>
                    <a:pt x="356" y="846"/>
                  </a:lnTo>
                  <a:lnTo>
                    <a:pt x="320" y="834"/>
                  </a:lnTo>
                  <a:lnTo>
                    <a:pt x="286" y="816"/>
                  </a:lnTo>
                  <a:lnTo>
                    <a:pt x="252" y="796"/>
                  </a:lnTo>
                  <a:lnTo>
                    <a:pt x="222" y="774"/>
                  </a:lnTo>
                  <a:lnTo>
                    <a:pt x="194" y="750"/>
                  </a:lnTo>
                  <a:lnTo>
                    <a:pt x="170" y="722"/>
                  </a:lnTo>
                  <a:lnTo>
                    <a:pt x="148" y="692"/>
                  </a:lnTo>
                  <a:lnTo>
                    <a:pt x="128" y="658"/>
                  </a:lnTo>
                  <a:lnTo>
                    <a:pt x="110" y="624"/>
                  </a:lnTo>
                  <a:lnTo>
                    <a:pt x="98" y="588"/>
                  </a:lnTo>
                  <a:lnTo>
                    <a:pt x="88" y="550"/>
                  </a:lnTo>
                  <a:lnTo>
                    <a:pt x="82" y="512"/>
                  </a:lnTo>
                  <a:lnTo>
                    <a:pt x="80" y="472"/>
                  </a:lnTo>
                  <a:close/>
                </a:path>
              </a:pathLst>
            </a:custGeom>
            <a:solidFill>
              <a:srgbClr val="404040">
                <a:alpha val="20000"/>
              </a:srgbClr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>
                <a:solidFill>
                  <a:srgbClr val="000000"/>
                </a:solidFill>
                <a:sym typeface="宋体" panose="02010600030101010101" pitchFamily="2" charset="-122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5D420301-01B0-497C-B307-4343323B2692}"/>
                </a:ext>
              </a:extLst>
            </p:cNvPr>
            <p:cNvSpPr>
              <a:spLocks noEditPoints="1"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0" y="0"/>
              <a:ext cx="1232" cy="1232"/>
            </a:xfrm>
            <a:custGeom>
              <a:avLst/>
              <a:gdLst>
                <a:gd name="T0" fmla="*/ 8 w 1232"/>
                <a:gd name="T1" fmla="*/ 710 h 1232"/>
                <a:gd name="T2" fmla="*/ 48 w 1232"/>
                <a:gd name="T3" fmla="*/ 856 h 1232"/>
                <a:gd name="T4" fmla="*/ 122 w 1232"/>
                <a:gd name="T5" fmla="*/ 984 h 1232"/>
                <a:gd name="T6" fmla="*/ 224 w 1232"/>
                <a:gd name="T7" fmla="*/ 1092 h 1232"/>
                <a:gd name="T8" fmla="*/ 350 w 1232"/>
                <a:gd name="T9" fmla="*/ 1172 h 1232"/>
                <a:gd name="T10" fmla="*/ 492 w 1232"/>
                <a:gd name="T11" fmla="*/ 1220 h 1232"/>
                <a:gd name="T12" fmla="*/ 648 w 1232"/>
                <a:gd name="T13" fmla="*/ 1232 h 1232"/>
                <a:gd name="T14" fmla="*/ 798 w 1232"/>
                <a:gd name="T15" fmla="*/ 1204 h 1232"/>
                <a:gd name="T16" fmla="*/ 936 w 1232"/>
                <a:gd name="T17" fmla="*/ 1142 h 1232"/>
                <a:gd name="T18" fmla="*/ 1052 w 1232"/>
                <a:gd name="T19" fmla="*/ 1052 h 1232"/>
                <a:gd name="T20" fmla="*/ 1142 w 1232"/>
                <a:gd name="T21" fmla="*/ 936 h 1232"/>
                <a:gd name="T22" fmla="*/ 1204 w 1232"/>
                <a:gd name="T23" fmla="*/ 798 h 1232"/>
                <a:gd name="T24" fmla="*/ 1232 w 1232"/>
                <a:gd name="T25" fmla="*/ 648 h 1232"/>
                <a:gd name="T26" fmla="*/ 1220 w 1232"/>
                <a:gd name="T27" fmla="*/ 492 h 1232"/>
                <a:gd name="T28" fmla="*/ 1172 w 1232"/>
                <a:gd name="T29" fmla="*/ 350 h 1232"/>
                <a:gd name="T30" fmla="*/ 1092 w 1232"/>
                <a:gd name="T31" fmla="*/ 224 h 1232"/>
                <a:gd name="T32" fmla="*/ 984 w 1232"/>
                <a:gd name="T33" fmla="*/ 122 h 1232"/>
                <a:gd name="T34" fmla="*/ 856 w 1232"/>
                <a:gd name="T35" fmla="*/ 48 h 1232"/>
                <a:gd name="T36" fmla="*/ 710 w 1232"/>
                <a:gd name="T37" fmla="*/ 8 h 1232"/>
                <a:gd name="T38" fmla="*/ 554 w 1232"/>
                <a:gd name="T39" fmla="*/ 4 h 1232"/>
                <a:gd name="T40" fmla="*/ 404 w 1232"/>
                <a:gd name="T41" fmla="*/ 38 h 1232"/>
                <a:gd name="T42" fmla="*/ 272 w 1232"/>
                <a:gd name="T43" fmla="*/ 106 h 1232"/>
                <a:gd name="T44" fmla="*/ 160 w 1232"/>
                <a:gd name="T45" fmla="*/ 202 h 1232"/>
                <a:gd name="T46" fmla="*/ 74 w 1232"/>
                <a:gd name="T47" fmla="*/ 322 h 1232"/>
                <a:gd name="T48" fmla="*/ 20 w 1232"/>
                <a:gd name="T49" fmla="*/ 462 h 1232"/>
                <a:gd name="T50" fmla="*/ 0 w 1232"/>
                <a:gd name="T51" fmla="*/ 616 h 1232"/>
                <a:gd name="T52" fmla="*/ 86 w 1232"/>
                <a:gd name="T53" fmla="*/ 534 h 1232"/>
                <a:gd name="T54" fmla="*/ 122 w 1232"/>
                <a:gd name="T55" fmla="*/ 408 h 1232"/>
                <a:gd name="T56" fmla="*/ 186 w 1232"/>
                <a:gd name="T57" fmla="*/ 296 h 1232"/>
                <a:gd name="T58" fmla="*/ 276 w 1232"/>
                <a:gd name="T59" fmla="*/ 202 h 1232"/>
                <a:gd name="T60" fmla="*/ 384 w 1232"/>
                <a:gd name="T61" fmla="*/ 132 h 1232"/>
                <a:gd name="T62" fmla="*/ 508 w 1232"/>
                <a:gd name="T63" fmla="*/ 90 h 1232"/>
                <a:gd name="T64" fmla="*/ 644 w 1232"/>
                <a:gd name="T65" fmla="*/ 80 h 1232"/>
                <a:gd name="T66" fmla="*/ 776 w 1232"/>
                <a:gd name="T67" fmla="*/ 104 h 1232"/>
                <a:gd name="T68" fmla="*/ 894 w 1232"/>
                <a:gd name="T69" fmla="*/ 158 h 1232"/>
                <a:gd name="T70" fmla="*/ 994 w 1232"/>
                <a:gd name="T71" fmla="*/ 238 h 1232"/>
                <a:gd name="T72" fmla="*/ 1074 w 1232"/>
                <a:gd name="T73" fmla="*/ 338 h 1232"/>
                <a:gd name="T74" fmla="*/ 1128 w 1232"/>
                <a:gd name="T75" fmla="*/ 456 h 1232"/>
                <a:gd name="T76" fmla="*/ 1152 w 1232"/>
                <a:gd name="T77" fmla="*/ 588 h 1232"/>
                <a:gd name="T78" fmla="*/ 1142 w 1232"/>
                <a:gd name="T79" fmla="*/ 724 h 1232"/>
                <a:gd name="T80" fmla="*/ 1100 w 1232"/>
                <a:gd name="T81" fmla="*/ 848 h 1232"/>
                <a:gd name="T82" fmla="*/ 1030 w 1232"/>
                <a:gd name="T83" fmla="*/ 956 h 1232"/>
                <a:gd name="T84" fmla="*/ 936 w 1232"/>
                <a:gd name="T85" fmla="*/ 1046 h 1232"/>
                <a:gd name="T86" fmla="*/ 824 w 1232"/>
                <a:gd name="T87" fmla="*/ 1110 h 1232"/>
                <a:gd name="T88" fmla="*/ 698 w 1232"/>
                <a:gd name="T89" fmla="*/ 1146 h 1232"/>
                <a:gd name="T90" fmla="*/ 562 w 1232"/>
                <a:gd name="T91" fmla="*/ 1150 h 1232"/>
                <a:gd name="T92" fmla="*/ 432 w 1232"/>
                <a:gd name="T93" fmla="*/ 1120 h 1232"/>
                <a:gd name="T94" fmla="*/ 316 w 1232"/>
                <a:gd name="T95" fmla="*/ 1060 h 1232"/>
                <a:gd name="T96" fmla="*/ 220 w 1232"/>
                <a:gd name="T97" fmla="*/ 976 h 1232"/>
                <a:gd name="T98" fmla="*/ 144 w 1232"/>
                <a:gd name="T99" fmla="*/ 872 h 1232"/>
                <a:gd name="T100" fmla="*/ 96 w 1232"/>
                <a:gd name="T101" fmla="*/ 750 h 1232"/>
                <a:gd name="T102" fmla="*/ 80 w 1232"/>
                <a:gd name="T103" fmla="*/ 616 h 1232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232"/>
                <a:gd name="T157" fmla="*/ 0 h 1232"/>
                <a:gd name="T158" fmla="*/ 1232 w 1232"/>
                <a:gd name="T159" fmla="*/ 1232 h 1232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232" h="1232">
                  <a:moveTo>
                    <a:pt x="0" y="616"/>
                  </a:moveTo>
                  <a:lnTo>
                    <a:pt x="0" y="616"/>
                  </a:lnTo>
                  <a:lnTo>
                    <a:pt x="0" y="648"/>
                  </a:lnTo>
                  <a:lnTo>
                    <a:pt x="4" y="678"/>
                  </a:lnTo>
                  <a:lnTo>
                    <a:pt x="8" y="710"/>
                  </a:lnTo>
                  <a:lnTo>
                    <a:pt x="12" y="740"/>
                  </a:lnTo>
                  <a:lnTo>
                    <a:pt x="20" y="770"/>
                  </a:lnTo>
                  <a:lnTo>
                    <a:pt x="28" y="798"/>
                  </a:lnTo>
                  <a:lnTo>
                    <a:pt x="38" y="828"/>
                  </a:lnTo>
                  <a:lnTo>
                    <a:pt x="48" y="856"/>
                  </a:lnTo>
                  <a:lnTo>
                    <a:pt x="60" y="882"/>
                  </a:lnTo>
                  <a:lnTo>
                    <a:pt x="74" y="910"/>
                  </a:lnTo>
                  <a:lnTo>
                    <a:pt x="90" y="936"/>
                  </a:lnTo>
                  <a:lnTo>
                    <a:pt x="106" y="960"/>
                  </a:lnTo>
                  <a:lnTo>
                    <a:pt x="122" y="984"/>
                  </a:lnTo>
                  <a:lnTo>
                    <a:pt x="140" y="1008"/>
                  </a:lnTo>
                  <a:lnTo>
                    <a:pt x="160" y="1030"/>
                  </a:lnTo>
                  <a:lnTo>
                    <a:pt x="180" y="1052"/>
                  </a:lnTo>
                  <a:lnTo>
                    <a:pt x="202" y="1072"/>
                  </a:lnTo>
                  <a:lnTo>
                    <a:pt x="224" y="1092"/>
                  </a:lnTo>
                  <a:lnTo>
                    <a:pt x="248" y="1110"/>
                  </a:lnTo>
                  <a:lnTo>
                    <a:pt x="272" y="1126"/>
                  </a:lnTo>
                  <a:lnTo>
                    <a:pt x="296" y="1142"/>
                  </a:lnTo>
                  <a:lnTo>
                    <a:pt x="322" y="1158"/>
                  </a:lnTo>
                  <a:lnTo>
                    <a:pt x="350" y="1172"/>
                  </a:lnTo>
                  <a:lnTo>
                    <a:pt x="376" y="1184"/>
                  </a:lnTo>
                  <a:lnTo>
                    <a:pt x="404" y="1194"/>
                  </a:lnTo>
                  <a:lnTo>
                    <a:pt x="434" y="1204"/>
                  </a:lnTo>
                  <a:lnTo>
                    <a:pt x="462" y="1212"/>
                  </a:lnTo>
                  <a:lnTo>
                    <a:pt x="492" y="1220"/>
                  </a:lnTo>
                  <a:lnTo>
                    <a:pt x="522" y="1224"/>
                  </a:lnTo>
                  <a:lnTo>
                    <a:pt x="554" y="1228"/>
                  </a:lnTo>
                  <a:lnTo>
                    <a:pt x="584" y="1232"/>
                  </a:lnTo>
                  <a:lnTo>
                    <a:pt x="616" y="1232"/>
                  </a:lnTo>
                  <a:lnTo>
                    <a:pt x="648" y="1232"/>
                  </a:lnTo>
                  <a:lnTo>
                    <a:pt x="678" y="1228"/>
                  </a:lnTo>
                  <a:lnTo>
                    <a:pt x="710" y="1224"/>
                  </a:lnTo>
                  <a:lnTo>
                    <a:pt x="740" y="1220"/>
                  </a:lnTo>
                  <a:lnTo>
                    <a:pt x="770" y="1212"/>
                  </a:lnTo>
                  <a:lnTo>
                    <a:pt x="798" y="1204"/>
                  </a:lnTo>
                  <a:lnTo>
                    <a:pt x="828" y="1194"/>
                  </a:lnTo>
                  <a:lnTo>
                    <a:pt x="856" y="1184"/>
                  </a:lnTo>
                  <a:lnTo>
                    <a:pt x="882" y="1172"/>
                  </a:lnTo>
                  <a:lnTo>
                    <a:pt x="910" y="1158"/>
                  </a:lnTo>
                  <a:lnTo>
                    <a:pt x="936" y="1142"/>
                  </a:lnTo>
                  <a:lnTo>
                    <a:pt x="960" y="1126"/>
                  </a:lnTo>
                  <a:lnTo>
                    <a:pt x="984" y="1110"/>
                  </a:lnTo>
                  <a:lnTo>
                    <a:pt x="1008" y="1092"/>
                  </a:lnTo>
                  <a:lnTo>
                    <a:pt x="1030" y="1072"/>
                  </a:lnTo>
                  <a:lnTo>
                    <a:pt x="1052" y="1052"/>
                  </a:lnTo>
                  <a:lnTo>
                    <a:pt x="1072" y="1030"/>
                  </a:lnTo>
                  <a:lnTo>
                    <a:pt x="1092" y="1008"/>
                  </a:lnTo>
                  <a:lnTo>
                    <a:pt x="1110" y="984"/>
                  </a:lnTo>
                  <a:lnTo>
                    <a:pt x="1126" y="960"/>
                  </a:lnTo>
                  <a:lnTo>
                    <a:pt x="1142" y="936"/>
                  </a:lnTo>
                  <a:lnTo>
                    <a:pt x="1158" y="910"/>
                  </a:lnTo>
                  <a:lnTo>
                    <a:pt x="1172" y="882"/>
                  </a:lnTo>
                  <a:lnTo>
                    <a:pt x="1184" y="856"/>
                  </a:lnTo>
                  <a:lnTo>
                    <a:pt x="1194" y="828"/>
                  </a:lnTo>
                  <a:lnTo>
                    <a:pt x="1204" y="798"/>
                  </a:lnTo>
                  <a:lnTo>
                    <a:pt x="1212" y="770"/>
                  </a:lnTo>
                  <a:lnTo>
                    <a:pt x="1220" y="740"/>
                  </a:lnTo>
                  <a:lnTo>
                    <a:pt x="1224" y="710"/>
                  </a:lnTo>
                  <a:lnTo>
                    <a:pt x="1228" y="678"/>
                  </a:lnTo>
                  <a:lnTo>
                    <a:pt x="1232" y="648"/>
                  </a:lnTo>
                  <a:lnTo>
                    <a:pt x="1232" y="616"/>
                  </a:lnTo>
                  <a:lnTo>
                    <a:pt x="1232" y="584"/>
                  </a:lnTo>
                  <a:lnTo>
                    <a:pt x="1228" y="554"/>
                  </a:lnTo>
                  <a:lnTo>
                    <a:pt x="1224" y="522"/>
                  </a:lnTo>
                  <a:lnTo>
                    <a:pt x="1220" y="492"/>
                  </a:lnTo>
                  <a:lnTo>
                    <a:pt x="1212" y="462"/>
                  </a:lnTo>
                  <a:lnTo>
                    <a:pt x="1204" y="434"/>
                  </a:lnTo>
                  <a:lnTo>
                    <a:pt x="1194" y="404"/>
                  </a:lnTo>
                  <a:lnTo>
                    <a:pt x="1184" y="376"/>
                  </a:lnTo>
                  <a:lnTo>
                    <a:pt x="1172" y="350"/>
                  </a:lnTo>
                  <a:lnTo>
                    <a:pt x="1158" y="322"/>
                  </a:lnTo>
                  <a:lnTo>
                    <a:pt x="1142" y="296"/>
                  </a:lnTo>
                  <a:lnTo>
                    <a:pt x="1126" y="272"/>
                  </a:lnTo>
                  <a:lnTo>
                    <a:pt x="1110" y="248"/>
                  </a:lnTo>
                  <a:lnTo>
                    <a:pt x="1092" y="224"/>
                  </a:lnTo>
                  <a:lnTo>
                    <a:pt x="1072" y="202"/>
                  </a:lnTo>
                  <a:lnTo>
                    <a:pt x="1052" y="180"/>
                  </a:lnTo>
                  <a:lnTo>
                    <a:pt x="1030" y="160"/>
                  </a:lnTo>
                  <a:lnTo>
                    <a:pt x="1008" y="140"/>
                  </a:lnTo>
                  <a:lnTo>
                    <a:pt x="984" y="122"/>
                  </a:lnTo>
                  <a:lnTo>
                    <a:pt x="960" y="106"/>
                  </a:lnTo>
                  <a:lnTo>
                    <a:pt x="936" y="90"/>
                  </a:lnTo>
                  <a:lnTo>
                    <a:pt x="910" y="74"/>
                  </a:lnTo>
                  <a:lnTo>
                    <a:pt x="882" y="60"/>
                  </a:lnTo>
                  <a:lnTo>
                    <a:pt x="856" y="48"/>
                  </a:lnTo>
                  <a:lnTo>
                    <a:pt x="828" y="38"/>
                  </a:lnTo>
                  <a:lnTo>
                    <a:pt x="798" y="28"/>
                  </a:lnTo>
                  <a:lnTo>
                    <a:pt x="770" y="20"/>
                  </a:lnTo>
                  <a:lnTo>
                    <a:pt x="740" y="12"/>
                  </a:lnTo>
                  <a:lnTo>
                    <a:pt x="710" y="8"/>
                  </a:lnTo>
                  <a:lnTo>
                    <a:pt x="678" y="4"/>
                  </a:lnTo>
                  <a:lnTo>
                    <a:pt x="648" y="0"/>
                  </a:lnTo>
                  <a:lnTo>
                    <a:pt x="616" y="0"/>
                  </a:lnTo>
                  <a:lnTo>
                    <a:pt x="584" y="0"/>
                  </a:lnTo>
                  <a:lnTo>
                    <a:pt x="554" y="4"/>
                  </a:lnTo>
                  <a:lnTo>
                    <a:pt x="522" y="8"/>
                  </a:lnTo>
                  <a:lnTo>
                    <a:pt x="492" y="12"/>
                  </a:lnTo>
                  <a:lnTo>
                    <a:pt x="462" y="20"/>
                  </a:lnTo>
                  <a:lnTo>
                    <a:pt x="434" y="28"/>
                  </a:lnTo>
                  <a:lnTo>
                    <a:pt x="404" y="38"/>
                  </a:lnTo>
                  <a:lnTo>
                    <a:pt x="376" y="48"/>
                  </a:lnTo>
                  <a:lnTo>
                    <a:pt x="350" y="60"/>
                  </a:lnTo>
                  <a:lnTo>
                    <a:pt x="322" y="74"/>
                  </a:lnTo>
                  <a:lnTo>
                    <a:pt x="296" y="90"/>
                  </a:lnTo>
                  <a:lnTo>
                    <a:pt x="272" y="106"/>
                  </a:lnTo>
                  <a:lnTo>
                    <a:pt x="248" y="122"/>
                  </a:lnTo>
                  <a:lnTo>
                    <a:pt x="224" y="140"/>
                  </a:lnTo>
                  <a:lnTo>
                    <a:pt x="202" y="160"/>
                  </a:lnTo>
                  <a:lnTo>
                    <a:pt x="180" y="180"/>
                  </a:lnTo>
                  <a:lnTo>
                    <a:pt x="160" y="202"/>
                  </a:lnTo>
                  <a:lnTo>
                    <a:pt x="140" y="224"/>
                  </a:lnTo>
                  <a:lnTo>
                    <a:pt x="122" y="248"/>
                  </a:lnTo>
                  <a:lnTo>
                    <a:pt x="106" y="272"/>
                  </a:lnTo>
                  <a:lnTo>
                    <a:pt x="90" y="296"/>
                  </a:lnTo>
                  <a:lnTo>
                    <a:pt x="74" y="322"/>
                  </a:lnTo>
                  <a:lnTo>
                    <a:pt x="60" y="350"/>
                  </a:lnTo>
                  <a:lnTo>
                    <a:pt x="48" y="376"/>
                  </a:lnTo>
                  <a:lnTo>
                    <a:pt x="38" y="404"/>
                  </a:lnTo>
                  <a:lnTo>
                    <a:pt x="28" y="434"/>
                  </a:lnTo>
                  <a:lnTo>
                    <a:pt x="20" y="462"/>
                  </a:lnTo>
                  <a:lnTo>
                    <a:pt x="12" y="492"/>
                  </a:lnTo>
                  <a:lnTo>
                    <a:pt x="8" y="522"/>
                  </a:lnTo>
                  <a:lnTo>
                    <a:pt x="4" y="554"/>
                  </a:lnTo>
                  <a:lnTo>
                    <a:pt x="0" y="584"/>
                  </a:lnTo>
                  <a:lnTo>
                    <a:pt x="0" y="616"/>
                  </a:lnTo>
                  <a:close/>
                  <a:moveTo>
                    <a:pt x="80" y="616"/>
                  </a:moveTo>
                  <a:lnTo>
                    <a:pt x="80" y="616"/>
                  </a:lnTo>
                  <a:lnTo>
                    <a:pt x="80" y="588"/>
                  </a:lnTo>
                  <a:lnTo>
                    <a:pt x="82" y="562"/>
                  </a:lnTo>
                  <a:lnTo>
                    <a:pt x="86" y="534"/>
                  </a:lnTo>
                  <a:lnTo>
                    <a:pt x="90" y="508"/>
                  </a:lnTo>
                  <a:lnTo>
                    <a:pt x="96" y="482"/>
                  </a:lnTo>
                  <a:lnTo>
                    <a:pt x="104" y="456"/>
                  </a:lnTo>
                  <a:lnTo>
                    <a:pt x="112" y="432"/>
                  </a:lnTo>
                  <a:lnTo>
                    <a:pt x="122" y="408"/>
                  </a:lnTo>
                  <a:lnTo>
                    <a:pt x="132" y="384"/>
                  </a:lnTo>
                  <a:lnTo>
                    <a:pt x="144" y="360"/>
                  </a:lnTo>
                  <a:lnTo>
                    <a:pt x="158" y="338"/>
                  </a:lnTo>
                  <a:lnTo>
                    <a:pt x="172" y="316"/>
                  </a:lnTo>
                  <a:lnTo>
                    <a:pt x="186" y="296"/>
                  </a:lnTo>
                  <a:lnTo>
                    <a:pt x="202" y="276"/>
                  </a:lnTo>
                  <a:lnTo>
                    <a:pt x="220" y="256"/>
                  </a:lnTo>
                  <a:lnTo>
                    <a:pt x="238" y="238"/>
                  </a:lnTo>
                  <a:lnTo>
                    <a:pt x="256" y="220"/>
                  </a:lnTo>
                  <a:lnTo>
                    <a:pt x="276" y="202"/>
                  </a:lnTo>
                  <a:lnTo>
                    <a:pt x="296" y="186"/>
                  </a:lnTo>
                  <a:lnTo>
                    <a:pt x="316" y="172"/>
                  </a:lnTo>
                  <a:lnTo>
                    <a:pt x="338" y="158"/>
                  </a:lnTo>
                  <a:lnTo>
                    <a:pt x="360" y="144"/>
                  </a:lnTo>
                  <a:lnTo>
                    <a:pt x="384" y="132"/>
                  </a:lnTo>
                  <a:lnTo>
                    <a:pt x="408" y="122"/>
                  </a:lnTo>
                  <a:lnTo>
                    <a:pt x="432" y="112"/>
                  </a:lnTo>
                  <a:lnTo>
                    <a:pt x="456" y="104"/>
                  </a:lnTo>
                  <a:lnTo>
                    <a:pt x="482" y="96"/>
                  </a:lnTo>
                  <a:lnTo>
                    <a:pt x="508" y="90"/>
                  </a:lnTo>
                  <a:lnTo>
                    <a:pt x="534" y="86"/>
                  </a:lnTo>
                  <a:lnTo>
                    <a:pt x="562" y="82"/>
                  </a:lnTo>
                  <a:lnTo>
                    <a:pt x="588" y="80"/>
                  </a:lnTo>
                  <a:lnTo>
                    <a:pt x="616" y="80"/>
                  </a:lnTo>
                  <a:lnTo>
                    <a:pt x="644" y="80"/>
                  </a:lnTo>
                  <a:lnTo>
                    <a:pt x="670" y="82"/>
                  </a:lnTo>
                  <a:lnTo>
                    <a:pt x="698" y="86"/>
                  </a:lnTo>
                  <a:lnTo>
                    <a:pt x="724" y="90"/>
                  </a:lnTo>
                  <a:lnTo>
                    <a:pt x="750" y="96"/>
                  </a:lnTo>
                  <a:lnTo>
                    <a:pt x="776" y="104"/>
                  </a:lnTo>
                  <a:lnTo>
                    <a:pt x="800" y="112"/>
                  </a:lnTo>
                  <a:lnTo>
                    <a:pt x="824" y="122"/>
                  </a:lnTo>
                  <a:lnTo>
                    <a:pt x="848" y="132"/>
                  </a:lnTo>
                  <a:lnTo>
                    <a:pt x="872" y="144"/>
                  </a:lnTo>
                  <a:lnTo>
                    <a:pt x="894" y="158"/>
                  </a:lnTo>
                  <a:lnTo>
                    <a:pt x="916" y="172"/>
                  </a:lnTo>
                  <a:lnTo>
                    <a:pt x="936" y="186"/>
                  </a:lnTo>
                  <a:lnTo>
                    <a:pt x="956" y="202"/>
                  </a:lnTo>
                  <a:lnTo>
                    <a:pt x="976" y="220"/>
                  </a:lnTo>
                  <a:lnTo>
                    <a:pt x="994" y="238"/>
                  </a:lnTo>
                  <a:lnTo>
                    <a:pt x="1012" y="256"/>
                  </a:lnTo>
                  <a:lnTo>
                    <a:pt x="1030" y="276"/>
                  </a:lnTo>
                  <a:lnTo>
                    <a:pt x="1046" y="296"/>
                  </a:lnTo>
                  <a:lnTo>
                    <a:pt x="1060" y="316"/>
                  </a:lnTo>
                  <a:lnTo>
                    <a:pt x="1074" y="338"/>
                  </a:lnTo>
                  <a:lnTo>
                    <a:pt x="1088" y="360"/>
                  </a:lnTo>
                  <a:lnTo>
                    <a:pt x="1100" y="384"/>
                  </a:lnTo>
                  <a:lnTo>
                    <a:pt x="1110" y="408"/>
                  </a:lnTo>
                  <a:lnTo>
                    <a:pt x="1120" y="432"/>
                  </a:lnTo>
                  <a:lnTo>
                    <a:pt x="1128" y="456"/>
                  </a:lnTo>
                  <a:lnTo>
                    <a:pt x="1136" y="482"/>
                  </a:lnTo>
                  <a:lnTo>
                    <a:pt x="1142" y="508"/>
                  </a:lnTo>
                  <a:lnTo>
                    <a:pt x="1146" y="534"/>
                  </a:lnTo>
                  <a:lnTo>
                    <a:pt x="1150" y="562"/>
                  </a:lnTo>
                  <a:lnTo>
                    <a:pt x="1152" y="588"/>
                  </a:lnTo>
                  <a:lnTo>
                    <a:pt x="1152" y="616"/>
                  </a:lnTo>
                  <a:lnTo>
                    <a:pt x="1152" y="644"/>
                  </a:lnTo>
                  <a:lnTo>
                    <a:pt x="1150" y="670"/>
                  </a:lnTo>
                  <a:lnTo>
                    <a:pt x="1146" y="698"/>
                  </a:lnTo>
                  <a:lnTo>
                    <a:pt x="1142" y="724"/>
                  </a:lnTo>
                  <a:lnTo>
                    <a:pt x="1136" y="750"/>
                  </a:lnTo>
                  <a:lnTo>
                    <a:pt x="1128" y="776"/>
                  </a:lnTo>
                  <a:lnTo>
                    <a:pt x="1120" y="800"/>
                  </a:lnTo>
                  <a:lnTo>
                    <a:pt x="1110" y="824"/>
                  </a:lnTo>
                  <a:lnTo>
                    <a:pt x="1100" y="848"/>
                  </a:lnTo>
                  <a:lnTo>
                    <a:pt x="1088" y="872"/>
                  </a:lnTo>
                  <a:lnTo>
                    <a:pt x="1074" y="894"/>
                  </a:lnTo>
                  <a:lnTo>
                    <a:pt x="1060" y="916"/>
                  </a:lnTo>
                  <a:lnTo>
                    <a:pt x="1046" y="936"/>
                  </a:lnTo>
                  <a:lnTo>
                    <a:pt x="1030" y="956"/>
                  </a:lnTo>
                  <a:lnTo>
                    <a:pt x="1012" y="976"/>
                  </a:lnTo>
                  <a:lnTo>
                    <a:pt x="994" y="994"/>
                  </a:lnTo>
                  <a:lnTo>
                    <a:pt x="976" y="1012"/>
                  </a:lnTo>
                  <a:lnTo>
                    <a:pt x="956" y="1030"/>
                  </a:lnTo>
                  <a:lnTo>
                    <a:pt x="936" y="1046"/>
                  </a:lnTo>
                  <a:lnTo>
                    <a:pt x="916" y="1060"/>
                  </a:lnTo>
                  <a:lnTo>
                    <a:pt x="894" y="1074"/>
                  </a:lnTo>
                  <a:lnTo>
                    <a:pt x="872" y="1088"/>
                  </a:lnTo>
                  <a:lnTo>
                    <a:pt x="848" y="1100"/>
                  </a:lnTo>
                  <a:lnTo>
                    <a:pt x="824" y="1110"/>
                  </a:lnTo>
                  <a:lnTo>
                    <a:pt x="800" y="1120"/>
                  </a:lnTo>
                  <a:lnTo>
                    <a:pt x="776" y="1128"/>
                  </a:lnTo>
                  <a:lnTo>
                    <a:pt x="750" y="1136"/>
                  </a:lnTo>
                  <a:lnTo>
                    <a:pt x="724" y="1142"/>
                  </a:lnTo>
                  <a:lnTo>
                    <a:pt x="698" y="1146"/>
                  </a:lnTo>
                  <a:lnTo>
                    <a:pt x="670" y="1150"/>
                  </a:lnTo>
                  <a:lnTo>
                    <a:pt x="644" y="1152"/>
                  </a:lnTo>
                  <a:lnTo>
                    <a:pt x="616" y="1152"/>
                  </a:lnTo>
                  <a:lnTo>
                    <a:pt x="588" y="1152"/>
                  </a:lnTo>
                  <a:lnTo>
                    <a:pt x="562" y="1150"/>
                  </a:lnTo>
                  <a:lnTo>
                    <a:pt x="534" y="1146"/>
                  </a:lnTo>
                  <a:lnTo>
                    <a:pt x="508" y="1142"/>
                  </a:lnTo>
                  <a:lnTo>
                    <a:pt x="482" y="1136"/>
                  </a:lnTo>
                  <a:lnTo>
                    <a:pt x="456" y="1128"/>
                  </a:lnTo>
                  <a:lnTo>
                    <a:pt x="432" y="1120"/>
                  </a:lnTo>
                  <a:lnTo>
                    <a:pt x="408" y="1110"/>
                  </a:lnTo>
                  <a:lnTo>
                    <a:pt x="384" y="1100"/>
                  </a:lnTo>
                  <a:lnTo>
                    <a:pt x="360" y="1088"/>
                  </a:lnTo>
                  <a:lnTo>
                    <a:pt x="338" y="1074"/>
                  </a:lnTo>
                  <a:lnTo>
                    <a:pt x="316" y="1060"/>
                  </a:lnTo>
                  <a:lnTo>
                    <a:pt x="296" y="1046"/>
                  </a:lnTo>
                  <a:lnTo>
                    <a:pt x="276" y="1030"/>
                  </a:lnTo>
                  <a:lnTo>
                    <a:pt x="256" y="1012"/>
                  </a:lnTo>
                  <a:lnTo>
                    <a:pt x="238" y="994"/>
                  </a:lnTo>
                  <a:lnTo>
                    <a:pt x="220" y="976"/>
                  </a:lnTo>
                  <a:lnTo>
                    <a:pt x="202" y="956"/>
                  </a:lnTo>
                  <a:lnTo>
                    <a:pt x="186" y="936"/>
                  </a:lnTo>
                  <a:lnTo>
                    <a:pt x="172" y="916"/>
                  </a:lnTo>
                  <a:lnTo>
                    <a:pt x="158" y="894"/>
                  </a:lnTo>
                  <a:lnTo>
                    <a:pt x="144" y="872"/>
                  </a:lnTo>
                  <a:lnTo>
                    <a:pt x="132" y="848"/>
                  </a:lnTo>
                  <a:lnTo>
                    <a:pt x="122" y="824"/>
                  </a:lnTo>
                  <a:lnTo>
                    <a:pt x="112" y="800"/>
                  </a:lnTo>
                  <a:lnTo>
                    <a:pt x="104" y="776"/>
                  </a:lnTo>
                  <a:lnTo>
                    <a:pt x="96" y="750"/>
                  </a:lnTo>
                  <a:lnTo>
                    <a:pt x="90" y="724"/>
                  </a:lnTo>
                  <a:lnTo>
                    <a:pt x="86" y="698"/>
                  </a:lnTo>
                  <a:lnTo>
                    <a:pt x="82" y="670"/>
                  </a:lnTo>
                  <a:lnTo>
                    <a:pt x="80" y="644"/>
                  </a:lnTo>
                  <a:lnTo>
                    <a:pt x="80" y="616"/>
                  </a:lnTo>
                  <a:close/>
                </a:path>
              </a:pathLst>
            </a:custGeom>
            <a:solidFill>
              <a:srgbClr val="404040">
                <a:alpha val="9000"/>
              </a:srgbClr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 dirty="0">
                <a:solidFill>
                  <a:srgbClr val="000000"/>
                </a:solidFill>
                <a:sym typeface="宋体" panose="02010600030101010101" pitchFamily="2" charset="-122"/>
              </a:endParaRPr>
            </a:p>
          </p:txBody>
        </p:sp>
      </p:grpSp>
      <p:sp>
        <p:nvSpPr>
          <p:cNvPr id="11" name="椭圆 46">
            <a:extLst>
              <a:ext uri="{FF2B5EF4-FFF2-40B4-BE49-F238E27FC236}">
                <a16:creationId xmlns:a16="http://schemas.microsoft.com/office/drawing/2014/main" id="{4640B4EB-8AE2-4969-8616-AEE766B656B3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665500" y="1456567"/>
            <a:ext cx="506988" cy="506988"/>
          </a:xfrm>
          <a:prstGeom prst="ellipse">
            <a:avLst/>
          </a:prstGeom>
          <a:solidFill>
            <a:srgbClr val="003F8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2" name="椭圆 47">
            <a:extLst>
              <a:ext uri="{FF2B5EF4-FFF2-40B4-BE49-F238E27FC236}">
                <a16:creationId xmlns:a16="http://schemas.microsoft.com/office/drawing/2014/main" id="{96A2CC08-8AF0-46B4-BFFD-4C15E63884D3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6976" y="2586512"/>
            <a:ext cx="483631" cy="483631"/>
          </a:xfrm>
          <a:prstGeom prst="ellipse">
            <a:avLst/>
          </a:prstGeom>
          <a:solidFill>
            <a:srgbClr val="003F8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13" name="椭圆 48">
            <a:extLst>
              <a:ext uri="{FF2B5EF4-FFF2-40B4-BE49-F238E27FC236}">
                <a16:creationId xmlns:a16="http://schemas.microsoft.com/office/drawing/2014/main" id="{6088A42F-D203-43D9-AA98-3209E2B1840E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768373" y="3937655"/>
            <a:ext cx="515795" cy="515795"/>
          </a:xfrm>
          <a:prstGeom prst="ellipse">
            <a:avLst/>
          </a:prstGeom>
          <a:solidFill>
            <a:srgbClr val="003F8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14" name="椭圆 49">
            <a:extLst>
              <a:ext uri="{FF2B5EF4-FFF2-40B4-BE49-F238E27FC236}">
                <a16:creationId xmlns:a16="http://schemas.microsoft.com/office/drawing/2014/main" id="{28CD99BE-0D33-4493-83F4-38810736212E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4488699" y="5289019"/>
            <a:ext cx="552103" cy="574575"/>
          </a:xfrm>
          <a:prstGeom prst="ellipse">
            <a:avLst/>
          </a:prstGeom>
          <a:solidFill>
            <a:srgbClr val="003F8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18" name="文本框 54">
            <a:extLst>
              <a:ext uri="{FF2B5EF4-FFF2-40B4-BE49-F238E27FC236}">
                <a16:creationId xmlns:a16="http://schemas.microsoft.com/office/drawing/2014/main" id="{1A0C008F-BCDC-40A9-A728-61128FF0F50A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379428" y="3937655"/>
            <a:ext cx="54043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请输入标题</a:t>
            </a:r>
          </a:p>
          <a:p>
            <a:pPr lvl="0"/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请输入内容请输入内容</a:t>
            </a:r>
          </a:p>
        </p:txBody>
      </p:sp>
      <p:sp>
        <p:nvSpPr>
          <p:cNvPr id="22" name="文本框 54">
            <a:extLst>
              <a:ext uri="{FF2B5EF4-FFF2-40B4-BE49-F238E27FC236}">
                <a16:creationId xmlns:a16="http://schemas.microsoft.com/office/drawing/2014/main" id="{747FF186-1FA2-47B1-96A4-D98B9E413E9D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455789" y="2586512"/>
            <a:ext cx="32516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请输入标题</a:t>
            </a:r>
          </a:p>
          <a:p>
            <a:pPr lvl="0"/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请输入内容请输入内容</a:t>
            </a:r>
          </a:p>
        </p:txBody>
      </p:sp>
      <p:sp>
        <p:nvSpPr>
          <p:cNvPr id="23" name="文本框 54">
            <a:extLst>
              <a:ext uri="{FF2B5EF4-FFF2-40B4-BE49-F238E27FC236}">
                <a16:creationId xmlns:a16="http://schemas.microsoft.com/office/drawing/2014/main" id="{8C20B883-6EE6-4571-8960-D532D062EDAB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287907" y="1456567"/>
            <a:ext cx="54043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请输入标题</a:t>
            </a:r>
          </a:p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请输入内容请输入内容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72087F41-D831-448F-948A-F7F197335F9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4774" y="2488344"/>
            <a:ext cx="2654362" cy="2649893"/>
          </a:xfrm>
          <a:prstGeom prst="rect">
            <a:avLst/>
          </a:prstGeom>
        </p:spPr>
      </p:pic>
      <p:sp>
        <p:nvSpPr>
          <p:cNvPr id="37" name="文本框 54">
            <a:extLst>
              <a:ext uri="{FF2B5EF4-FFF2-40B4-BE49-F238E27FC236}">
                <a16:creationId xmlns:a16="http://schemas.microsoft.com/office/drawing/2014/main" id="{CCA5ECF4-CAA0-49F6-86A2-E32CFFE9F718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083438" y="5289019"/>
            <a:ext cx="54043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请输入标题</a:t>
            </a:r>
          </a:p>
          <a:p>
            <a:pPr lvl="0"/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请输入内容请输入内容</a:t>
            </a:r>
          </a:p>
        </p:txBody>
      </p:sp>
      <p:cxnSp>
        <p:nvCxnSpPr>
          <p:cNvPr id="44" name="连接符: 肘形 43">
            <a:extLst>
              <a:ext uri="{FF2B5EF4-FFF2-40B4-BE49-F238E27FC236}">
                <a16:creationId xmlns:a16="http://schemas.microsoft.com/office/drawing/2014/main" id="{A9089B23-4BCE-41FA-ADBB-8C0CCF806BFA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3017520" y="3358315"/>
            <a:ext cx="2750853" cy="837238"/>
          </a:xfrm>
          <a:prstGeom prst="bentConnector3">
            <a:avLst>
              <a:gd name="adj1" fmla="val 50000"/>
            </a:avLst>
          </a:prstGeom>
          <a:ln w="19050">
            <a:solidFill>
              <a:srgbClr val="003F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图片 53">
            <a:extLst>
              <a:ext uri="{FF2B5EF4-FFF2-40B4-BE49-F238E27FC236}">
                <a16:creationId xmlns:a16="http://schemas.microsoft.com/office/drawing/2014/main" id="{89BB215C-9A6B-44EA-8357-DA504645433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36" y="278141"/>
            <a:ext cx="2045209" cy="568113"/>
          </a:xfrm>
          <a:prstGeom prst="rect">
            <a:avLst/>
          </a:prstGeom>
        </p:spPr>
      </p:pic>
      <p:sp>
        <p:nvSpPr>
          <p:cNvPr id="55" name="矩形 54">
            <a:extLst>
              <a:ext uri="{FF2B5EF4-FFF2-40B4-BE49-F238E27FC236}">
                <a16:creationId xmlns:a16="http://schemas.microsoft.com/office/drawing/2014/main" id="{43B2196F-A154-452B-9D7B-555BC7C6E6ED}"/>
              </a:ext>
            </a:extLst>
          </p:cNvPr>
          <p:cNvSpPr/>
          <p:nvPr/>
        </p:nvSpPr>
        <p:spPr>
          <a:xfrm>
            <a:off x="3192236" y="372242"/>
            <a:ext cx="1571788" cy="3799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</a:rPr>
              <a:t>一级标题一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C5EA711-9B71-4790-988C-88B44A9E5D36}"/>
              </a:ext>
            </a:extLst>
          </p:cNvPr>
          <p:cNvSpPr/>
          <p:nvPr/>
        </p:nvSpPr>
        <p:spPr>
          <a:xfrm>
            <a:off x="5379757" y="372242"/>
            <a:ext cx="1571788" cy="3799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</a:rPr>
              <a:t>一级标题二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FA53649E-092F-406F-B1EF-7227DD162297}"/>
              </a:ext>
            </a:extLst>
          </p:cNvPr>
          <p:cNvSpPr/>
          <p:nvPr/>
        </p:nvSpPr>
        <p:spPr>
          <a:xfrm>
            <a:off x="7567278" y="372242"/>
            <a:ext cx="1571788" cy="37991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</a:rPr>
              <a:t>一级标题三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27585C77-09A6-42AE-B473-9B6507BFA801}"/>
              </a:ext>
            </a:extLst>
          </p:cNvPr>
          <p:cNvSpPr/>
          <p:nvPr/>
        </p:nvSpPr>
        <p:spPr>
          <a:xfrm>
            <a:off x="9754799" y="372242"/>
            <a:ext cx="1571788" cy="3799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</a:rPr>
              <a:t>一级标题四</a:t>
            </a:r>
          </a:p>
        </p:txBody>
      </p:sp>
    </p:spTree>
    <p:extLst>
      <p:ext uri="{BB962C8B-B14F-4D97-AF65-F5344CB8AC3E}">
        <p14:creationId xmlns:p14="http://schemas.microsoft.com/office/powerpoint/2010/main" val="94640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0292898" y="-1710168"/>
            <a:ext cx="3313865" cy="3313865"/>
            <a:chOff x="0" y="0"/>
            <a:chExt cx="1708150" cy="170815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1708150" cy="1708150"/>
            </a:xfrm>
            <a:custGeom>
              <a:avLst/>
              <a:gdLst/>
              <a:ahLst/>
              <a:cxnLst/>
              <a:rect l="l" t="t" r="r" b="b"/>
              <a:pathLst>
                <a:path w="1708150" h="1708150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  <a:grpFill/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-793950" y="5835767"/>
            <a:ext cx="2232801" cy="2232801"/>
            <a:chOff x="0" y="0"/>
            <a:chExt cx="1708150" cy="170815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1708150" cy="1708150"/>
            </a:xfrm>
            <a:custGeom>
              <a:avLst/>
              <a:gdLst/>
              <a:ahLst/>
              <a:cxnLst/>
              <a:rect l="l" t="t" r="r" b="b"/>
              <a:pathLst>
                <a:path w="1708150" h="1708150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  <a:grpFill/>
          </p:spPr>
        </p:sp>
      </p:grpSp>
      <p:grpSp>
        <p:nvGrpSpPr>
          <p:cNvPr id="13" name="Group 13"/>
          <p:cNvGrpSpPr/>
          <p:nvPr/>
        </p:nvGrpSpPr>
        <p:grpSpPr>
          <a:xfrm>
            <a:off x="248820" y="5498494"/>
            <a:ext cx="956496" cy="1112521"/>
            <a:chOff x="0" y="0"/>
            <a:chExt cx="1912991" cy="2225042"/>
          </a:xfrm>
          <a:solidFill>
            <a:srgbClr val="003F88"/>
          </a:solidFill>
        </p:grpSpPr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0" y="1214754"/>
              <a:ext cx="867585" cy="1010288"/>
            </a:xfrm>
            <a:prstGeom prst="rect">
              <a:avLst/>
            </a:prstGeom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867585" cy="1010288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1045407" y="1214754"/>
              <a:ext cx="867585" cy="1010288"/>
            </a:xfrm>
            <a:prstGeom prst="rect">
              <a:avLst/>
            </a:prstGeom>
          </p:spPr>
        </p:pic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1045407" y="0"/>
              <a:ext cx="867585" cy="1010288"/>
            </a:xfrm>
            <a:prstGeom prst="rect">
              <a:avLst/>
            </a:prstGeom>
          </p:spPr>
        </p:pic>
      </p:grp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B7E81DD1-C622-41B6-A5EA-5252D855A4BC}"/>
              </a:ext>
            </a:extLst>
          </p:cNvPr>
          <p:cNvCxnSpPr>
            <a:cxnSpLocks/>
          </p:cNvCxnSpPr>
          <p:nvPr/>
        </p:nvCxnSpPr>
        <p:spPr>
          <a:xfrm>
            <a:off x="12192000" y="6858000"/>
            <a:ext cx="848002" cy="0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271" name="Group 6">
            <a:extLst>
              <a:ext uri="{FF2B5EF4-FFF2-40B4-BE49-F238E27FC236}">
                <a16:creationId xmlns:a16="http://schemas.microsoft.com/office/drawing/2014/main" id="{CBB32024-B315-47C2-A01F-88CDB6490C01}"/>
              </a:ext>
            </a:extLst>
          </p:cNvPr>
          <p:cNvGrpSpPr/>
          <p:nvPr/>
        </p:nvGrpSpPr>
        <p:grpSpPr>
          <a:xfrm>
            <a:off x="10712776" y="557548"/>
            <a:ext cx="1135547" cy="1320779"/>
            <a:chOff x="0" y="0"/>
            <a:chExt cx="2271094" cy="2641558"/>
          </a:xfrm>
          <a:solidFill>
            <a:srgbClr val="003F88"/>
          </a:solidFill>
        </p:grpSpPr>
        <p:pic>
          <p:nvPicPr>
            <p:cNvPr id="272" name="Picture 7">
              <a:extLst>
                <a:ext uri="{FF2B5EF4-FFF2-40B4-BE49-F238E27FC236}">
                  <a16:creationId xmlns:a16="http://schemas.microsoft.com/office/drawing/2014/main" id="{ECFFDD14-8475-4BB2-8B22-C22FD6498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0" y="1442150"/>
              <a:ext cx="1029992" cy="1199409"/>
            </a:xfrm>
            <a:prstGeom prst="rect">
              <a:avLst/>
            </a:prstGeom>
          </p:spPr>
        </p:pic>
        <p:pic>
          <p:nvPicPr>
            <p:cNvPr id="273" name="Picture 8">
              <a:extLst>
                <a:ext uri="{FF2B5EF4-FFF2-40B4-BE49-F238E27FC236}">
                  <a16:creationId xmlns:a16="http://schemas.microsoft.com/office/drawing/2014/main" id="{3F3429E3-EB51-4D8E-8138-BED78C1780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1029992" cy="1199409"/>
            </a:xfrm>
            <a:prstGeom prst="rect">
              <a:avLst/>
            </a:prstGeom>
          </p:spPr>
        </p:pic>
        <p:pic>
          <p:nvPicPr>
            <p:cNvPr id="274" name="Picture 9">
              <a:extLst>
                <a:ext uri="{FF2B5EF4-FFF2-40B4-BE49-F238E27FC236}">
                  <a16:creationId xmlns:a16="http://schemas.microsoft.com/office/drawing/2014/main" id="{6999F386-0B8B-4E10-947E-0BF1D150E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1241102" y="1442150"/>
              <a:ext cx="1029992" cy="1199409"/>
            </a:xfrm>
            <a:prstGeom prst="rect">
              <a:avLst/>
            </a:prstGeom>
          </p:spPr>
        </p:pic>
        <p:pic>
          <p:nvPicPr>
            <p:cNvPr id="275" name="Picture 10">
              <a:extLst>
                <a:ext uri="{FF2B5EF4-FFF2-40B4-BE49-F238E27FC236}">
                  <a16:creationId xmlns:a16="http://schemas.microsoft.com/office/drawing/2014/main" id="{B2FF94CA-FF90-4263-8954-34B95DBDA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1241102" y="0"/>
              <a:ext cx="1029992" cy="1199409"/>
            </a:xfrm>
            <a:prstGeom prst="rect">
              <a:avLst/>
            </a:prstGeom>
          </p:spPr>
        </p:pic>
      </p:grpSp>
      <p:sp>
        <p:nvSpPr>
          <p:cNvPr id="69" name="TextBox 30">
            <a:extLst>
              <a:ext uri="{FF2B5EF4-FFF2-40B4-BE49-F238E27FC236}">
                <a16:creationId xmlns:a16="http://schemas.microsoft.com/office/drawing/2014/main" id="{D419DEB8-5938-495F-A04A-DF46A5B81737}"/>
              </a:ext>
            </a:extLst>
          </p:cNvPr>
          <p:cNvSpPr txBox="1"/>
          <p:nvPr/>
        </p:nvSpPr>
        <p:spPr>
          <a:xfrm>
            <a:off x="1591023" y="2161845"/>
            <a:ext cx="2848095" cy="36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70"/>
              </a:lnSpc>
            </a:pPr>
            <a:r>
              <a:rPr lang="en-US" sz="3200" b="1" dirty="0">
                <a:ln w="6600">
                  <a:solidFill>
                    <a:srgbClr val="003F88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5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&lt;&lt;&lt; </a:t>
            </a:r>
            <a:r>
              <a:rPr lang="zh-CN" altLang="en-US" sz="3200" b="1" dirty="0">
                <a:ln w="6600">
                  <a:solidFill>
                    <a:srgbClr val="003F88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5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小标题一</a:t>
            </a:r>
            <a:endParaRPr lang="en-US" sz="3200" b="1" dirty="0">
              <a:ln w="6600">
                <a:solidFill>
                  <a:srgbClr val="003F88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5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TextBox 34">
            <a:extLst>
              <a:ext uri="{FF2B5EF4-FFF2-40B4-BE49-F238E27FC236}">
                <a16:creationId xmlns:a16="http://schemas.microsoft.com/office/drawing/2014/main" id="{969A18DA-0E20-4BB6-AAA9-FA209D111A2B}"/>
              </a:ext>
            </a:extLst>
          </p:cNvPr>
          <p:cNvSpPr txBox="1"/>
          <p:nvPr/>
        </p:nvSpPr>
        <p:spPr>
          <a:xfrm>
            <a:off x="1591023" y="2876255"/>
            <a:ext cx="2848095" cy="1042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2400" spc="119" dirty="0">
                <a:solidFill>
                  <a:srgbClr val="303030"/>
                </a:solidFill>
                <a:latin typeface="+mn-ea"/>
              </a:rPr>
              <a:t>请输入内容</a:t>
            </a:r>
            <a:endParaRPr lang="en-US" altLang="zh-CN" sz="2400" spc="119" dirty="0">
              <a:solidFill>
                <a:srgbClr val="303030"/>
              </a:solidFill>
              <a:latin typeface="+mn-ea"/>
            </a:endParaRPr>
          </a:p>
          <a:p>
            <a:pPr algn="r">
              <a:lnSpc>
                <a:spcPct val="150000"/>
              </a:lnSpc>
            </a:pPr>
            <a:endParaRPr lang="en-US" sz="2400" spc="119" dirty="0">
              <a:solidFill>
                <a:srgbClr val="303030"/>
              </a:solidFill>
              <a:latin typeface="+mn-ea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3699B2B-92C8-44E9-AFBF-1A0A18361B05}"/>
              </a:ext>
            </a:extLst>
          </p:cNvPr>
          <p:cNvGrpSpPr/>
          <p:nvPr/>
        </p:nvGrpSpPr>
        <p:grpSpPr>
          <a:xfrm>
            <a:off x="4769308" y="2358964"/>
            <a:ext cx="1360849" cy="1734494"/>
            <a:chOff x="4769308" y="2358964"/>
            <a:chExt cx="1360849" cy="1734494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73" name="Freeform 21">
              <a:extLst>
                <a:ext uri="{FF2B5EF4-FFF2-40B4-BE49-F238E27FC236}">
                  <a16:creationId xmlns:a16="http://schemas.microsoft.com/office/drawing/2014/main" id="{8AC0B9E9-A58D-4A64-A94D-A3D7FC3C6CF7}"/>
                </a:ext>
              </a:extLst>
            </p:cNvPr>
            <p:cNvSpPr/>
            <p:nvPr/>
          </p:nvSpPr>
          <p:spPr>
            <a:xfrm>
              <a:off x="4773283" y="2359497"/>
              <a:ext cx="1356874" cy="1733961"/>
            </a:xfrm>
            <a:custGeom>
              <a:avLst/>
              <a:gdLst/>
              <a:ahLst/>
              <a:cxnLst/>
              <a:rect l="l" t="t" r="r" b="b"/>
              <a:pathLst>
                <a:path w="3230880" h="4128770">
                  <a:moveTo>
                    <a:pt x="1436370" y="3336290"/>
                  </a:moveTo>
                  <a:cubicBezTo>
                    <a:pt x="1436370" y="3590290"/>
                    <a:pt x="1130300" y="4128770"/>
                    <a:pt x="1668780" y="4128770"/>
                  </a:cubicBezTo>
                  <a:cubicBezTo>
                    <a:pt x="2185670" y="4128770"/>
                    <a:pt x="1879600" y="3663950"/>
                    <a:pt x="1879600" y="3379470"/>
                  </a:cubicBezTo>
                  <a:cubicBezTo>
                    <a:pt x="1869440" y="2988310"/>
                    <a:pt x="2291080" y="3093720"/>
                    <a:pt x="2291080" y="3093720"/>
                  </a:cubicBezTo>
                  <a:cubicBezTo>
                    <a:pt x="2291080" y="3093720"/>
                    <a:pt x="2710180" y="3124200"/>
                    <a:pt x="3153410" y="3154680"/>
                  </a:cubicBezTo>
                  <a:cubicBezTo>
                    <a:pt x="3181350" y="2733040"/>
                    <a:pt x="3209290" y="2288540"/>
                    <a:pt x="3209290" y="2153920"/>
                  </a:cubicBezTo>
                  <a:cubicBezTo>
                    <a:pt x="3209290" y="1879600"/>
                    <a:pt x="3209290" y="1657350"/>
                    <a:pt x="3018790" y="1657350"/>
                  </a:cubicBezTo>
                  <a:cubicBezTo>
                    <a:pt x="2733040" y="1657350"/>
                    <a:pt x="2174240" y="2048510"/>
                    <a:pt x="2174240" y="1393190"/>
                  </a:cubicBezTo>
                  <a:cubicBezTo>
                    <a:pt x="2174240" y="781050"/>
                    <a:pt x="2786380" y="1150620"/>
                    <a:pt x="3008630" y="1160780"/>
                  </a:cubicBezTo>
                  <a:cubicBezTo>
                    <a:pt x="3230880" y="1170940"/>
                    <a:pt x="3199130" y="970280"/>
                    <a:pt x="3177540" y="516890"/>
                  </a:cubicBezTo>
                  <a:cubicBezTo>
                    <a:pt x="3169920" y="351790"/>
                    <a:pt x="3163570" y="167640"/>
                    <a:pt x="3158490" y="0"/>
                  </a:cubicBezTo>
                  <a:lnTo>
                    <a:pt x="0" y="0"/>
                  </a:lnTo>
                  <a:lnTo>
                    <a:pt x="0" y="3204210"/>
                  </a:lnTo>
                  <a:cubicBezTo>
                    <a:pt x="275590" y="3182620"/>
                    <a:pt x="582930" y="3130549"/>
                    <a:pt x="887730" y="3105149"/>
                  </a:cubicBezTo>
                  <a:cubicBezTo>
                    <a:pt x="1299210" y="3103879"/>
                    <a:pt x="1436370" y="3082289"/>
                    <a:pt x="1436370" y="3336289"/>
                  </a:cubicBezTo>
                  <a:close/>
                </a:path>
              </a:pathLst>
            </a:custGeom>
            <a:grpFill/>
            <a:ln w="12700">
              <a:noFill/>
            </a:ln>
          </p:spPr>
        </p:sp>
        <p:pic>
          <p:nvPicPr>
            <p:cNvPr id="74" name="Picture 28">
              <a:extLst>
                <a:ext uri="{FF2B5EF4-FFF2-40B4-BE49-F238E27FC236}">
                  <a16:creationId xmlns:a16="http://schemas.microsoft.com/office/drawing/2014/main" id="{C625CC3B-E617-46AB-8B56-65A37833AE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50194" b="49898"/>
            <a:stretch>
              <a:fillRect/>
            </a:stretch>
          </p:blipFill>
          <p:spPr>
            <a:xfrm rot="10800000">
              <a:off x="4769308" y="2358964"/>
              <a:ext cx="214965" cy="216245"/>
            </a:xfrm>
            <a:prstGeom prst="rect">
              <a:avLst/>
            </a:prstGeom>
          </p:spPr>
        </p:pic>
      </p:grpSp>
      <p:sp>
        <p:nvSpPr>
          <p:cNvPr id="75" name="TextBox 38">
            <a:extLst>
              <a:ext uri="{FF2B5EF4-FFF2-40B4-BE49-F238E27FC236}">
                <a16:creationId xmlns:a16="http://schemas.microsoft.com/office/drawing/2014/main" id="{09BD3C4F-4D56-4860-B3C2-F1E4F53CB51B}"/>
              </a:ext>
            </a:extLst>
          </p:cNvPr>
          <p:cNvSpPr txBox="1"/>
          <p:nvPr/>
        </p:nvSpPr>
        <p:spPr>
          <a:xfrm>
            <a:off x="4985357" y="2677471"/>
            <a:ext cx="789657" cy="742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07"/>
              </a:lnSpc>
              <a:spcBef>
                <a:spcPct val="0"/>
              </a:spcBef>
            </a:pPr>
            <a:r>
              <a:rPr lang="en-US" sz="7200" b="1" dirty="0">
                <a:ln w="1016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Georgia" panose="02040502050405020303" pitchFamily="18" charset="0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77" name="TextBox 33">
            <a:extLst>
              <a:ext uri="{FF2B5EF4-FFF2-40B4-BE49-F238E27FC236}">
                <a16:creationId xmlns:a16="http://schemas.microsoft.com/office/drawing/2014/main" id="{505689F1-01D8-43A6-8209-9337D2EAC2BA}"/>
              </a:ext>
            </a:extLst>
          </p:cNvPr>
          <p:cNvSpPr txBox="1"/>
          <p:nvPr/>
        </p:nvSpPr>
        <p:spPr>
          <a:xfrm>
            <a:off x="7793582" y="2161845"/>
            <a:ext cx="2848095" cy="36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70"/>
              </a:lnSpc>
            </a:pPr>
            <a:r>
              <a:rPr lang="zh-CN" altLang="en-US" sz="3200" b="1" dirty="0">
                <a:ln w="6600">
                  <a:solidFill>
                    <a:srgbClr val="003F88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5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小标题二</a:t>
            </a:r>
            <a:r>
              <a:rPr lang="en-US" sz="3200" b="1" dirty="0">
                <a:ln w="6600">
                  <a:solidFill>
                    <a:srgbClr val="003F88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5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&gt;&gt;&gt;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7157D6D7-B56E-453C-B7F7-F616588F257A}"/>
              </a:ext>
            </a:extLst>
          </p:cNvPr>
          <p:cNvGrpSpPr/>
          <p:nvPr/>
        </p:nvGrpSpPr>
        <p:grpSpPr>
          <a:xfrm>
            <a:off x="5686933" y="2358964"/>
            <a:ext cx="1735328" cy="1357941"/>
            <a:chOff x="5686933" y="2358964"/>
            <a:chExt cx="1735328" cy="1357941"/>
          </a:xfrm>
        </p:grpSpPr>
        <p:sp>
          <p:nvSpPr>
            <p:cNvPr id="82" name="Freeform 22">
              <a:extLst>
                <a:ext uri="{FF2B5EF4-FFF2-40B4-BE49-F238E27FC236}">
                  <a16:creationId xmlns:a16="http://schemas.microsoft.com/office/drawing/2014/main" id="{78860A51-221A-4691-90F9-4CDFCA754311}"/>
                </a:ext>
              </a:extLst>
            </p:cNvPr>
            <p:cNvSpPr/>
            <p:nvPr/>
          </p:nvSpPr>
          <p:spPr>
            <a:xfrm>
              <a:off x="5686933" y="2358964"/>
              <a:ext cx="1733961" cy="1357941"/>
            </a:xfrm>
            <a:custGeom>
              <a:avLst/>
              <a:gdLst/>
              <a:ahLst/>
              <a:cxnLst/>
              <a:rect l="l" t="t" r="r" b="b"/>
              <a:pathLst>
                <a:path w="4128770" h="3233420">
                  <a:moveTo>
                    <a:pt x="834390" y="1162050"/>
                  </a:moveTo>
                  <a:cubicBezTo>
                    <a:pt x="612140" y="1151890"/>
                    <a:pt x="0" y="782320"/>
                    <a:pt x="0" y="1394460"/>
                  </a:cubicBezTo>
                  <a:cubicBezTo>
                    <a:pt x="0" y="2049780"/>
                    <a:pt x="560070" y="1658620"/>
                    <a:pt x="844550" y="1658620"/>
                  </a:cubicBezTo>
                  <a:cubicBezTo>
                    <a:pt x="1035050" y="1658620"/>
                    <a:pt x="1035050" y="1880870"/>
                    <a:pt x="1035050" y="2155190"/>
                  </a:cubicBezTo>
                  <a:cubicBezTo>
                    <a:pt x="1035050" y="2288540"/>
                    <a:pt x="1007110" y="2734310"/>
                    <a:pt x="979170" y="3155950"/>
                  </a:cubicBezTo>
                  <a:cubicBezTo>
                    <a:pt x="1399540" y="3183890"/>
                    <a:pt x="1841500" y="3211830"/>
                    <a:pt x="1974850" y="3211830"/>
                  </a:cubicBezTo>
                  <a:cubicBezTo>
                    <a:pt x="2249170" y="3211830"/>
                    <a:pt x="2471420" y="3211830"/>
                    <a:pt x="2471420" y="3021330"/>
                  </a:cubicBezTo>
                  <a:cubicBezTo>
                    <a:pt x="2471420" y="2735580"/>
                    <a:pt x="2080260" y="2176780"/>
                    <a:pt x="2735580" y="2176780"/>
                  </a:cubicBezTo>
                  <a:cubicBezTo>
                    <a:pt x="3347720" y="2176780"/>
                    <a:pt x="2978150" y="2788920"/>
                    <a:pt x="2967990" y="3011170"/>
                  </a:cubicBezTo>
                  <a:cubicBezTo>
                    <a:pt x="2957830" y="3233420"/>
                    <a:pt x="3158490" y="3201670"/>
                    <a:pt x="3611880" y="3180080"/>
                  </a:cubicBezTo>
                  <a:cubicBezTo>
                    <a:pt x="3776980" y="3172460"/>
                    <a:pt x="3961130" y="3166110"/>
                    <a:pt x="4128770" y="3161030"/>
                  </a:cubicBezTo>
                  <a:lnTo>
                    <a:pt x="4128770" y="0"/>
                  </a:lnTo>
                  <a:lnTo>
                    <a:pt x="984250" y="0"/>
                  </a:lnTo>
                  <a:cubicBezTo>
                    <a:pt x="989330" y="167640"/>
                    <a:pt x="995680" y="353060"/>
                    <a:pt x="1003300" y="516890"/>
                  </a:cubicBezTo>
                  <a:cubicBezTo>
                    <a:pt x="1024890" y="971550"/>
                    <a:pt x="1056640" y="1172210"/>
                    <a:pt x="834390" y="116205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12700">
              <a:noFill/>
            </a:ln>
          </p:spPr>
        </p:sp>
        <p:pic>
          <p:nvPicPr>
            <p:cNvPr id="83" name="Picture 29">
              <a:extLst>
                <a:ext uri="{FF2B5EF4-FFF2-40B4-BE49-F238E27FC236}">
                  <a16:creationId xmlns:a16="http://schemas.microsoft.com/office/drawing/2014/main" id="{4E8EDA45-28DD-49EF-9641-CEE1EB6913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50194" b="49898"/>
            <a:stretch>
              <a:fillRect/>
            </a:stretch>
          </p:blipFill>
          <p:spPr>
            <a:xfrm rot="10800000" flipH="1">
              <a:off x="7207296" y="2358964"/>
              <a:ext cx="214965" cy="216245"/>
            </a:xfrm>
            <a:prstGeom prst="rect">
              <a:avLst/>
            </a:prstGeom>
          </p:spPr>
        </p:pic>
      </p:grpSp>
      <p:sp>
        <p:nvSpPr>
          <p:cNvPr id="84" name="TextBox 39">
            <a:extLst>
              <a:ext uri="{FF2B5EF4-FFF2-40B4-BE49-F238E27FC236}">
                <a16:creationId xmlns:a16="http://schemas.microsoft.com/office/drawing/2014/main" id="{02A5561C-910A-4514-BC20-77062DF457FE}"/>
              </a:ext>
            </a:extLst>
          </p:cNvPr>
          <p:cNvSpPr txBox="1"/>
          <p:nvPr/>
        </p:nvSpPr>
        <p:spPr>
          <a:xfrm>
            <a:off x="6355716" y="2677471"/>
            <a:ext cx="917525" cy="742767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07"/>
              </a:lnSpc>
              <a:spcBef>
                <a:spcPct val="0"/>
              </a:spcBef>
            </a:pPr>
            <a:r>
              <a:rPr lang="en-US" sz="7200" b="1" dirty="0">
                <a:ln w="1016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Georgia" panose="02040502050405020303" pitchFamily="18" charset="0"/>
                <a:ea typeface="黑体" panose="02010609060101010101" pitchFamily="49" charset="-122"/>
              </a:rPr>
              <a:t>2</a:t>
            </a:r>
          </a:p>
        </p:txBody>
      </p:sp>
      <p:sp>
        <p:nvSpPr>
          <p:cNvPr id="79" name="TextBox 35">
            <a:extLst>
              <a:ext uri="{FF2B5EF4-FFF2-40B4-BE49-F238E27FC236}">
                <a16:creationId xmlns:a16="http://schemas.microsoft.com/office/drawing/2014/main" id="{33FD62F9-0D3A-4A1B-9C46-F208980F40A8}"/>
              </a:ext>
            </a:extLst>
          </p:cNvPr>
          <p:cNvSpPr txBox="1"/>
          <p:nvPr/>
        </p:nvSpPr>
        <p:spPr>
          <a:xfrm>
            <a:off x="7793582" y="2880879"/>
            <a:ext cx="2848095" cy="488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spc="119" dirty="0">
                <a:solidFill>
                  <a:srgbClr val="303030"/>
                </a:solidFill>
                <a:latin typeface="+mn-ea"/>
              </a:rPr>
              <a:t>请输入内容</a:t>
            </a:r>
            <a:endParaRPr lang="en-US" sz="2400" spc="119" dirty="0">
              <a:solidFill>
                <a:srgbClr val="303030"/>
              </a:solidFill>
              <a:latin typeface="+mn-ea"/>
            </a:endParaRPr>
          </a:p>
        </p:txBody>
      </p:sp>
      <p:sp>
        <p:nvSpPr>
          <p:cNvPr id="86" name="Freeform 20">
            <a:extLst>
              <a:ext uri="{FF2B5EF4-FFF2-40B4-BE49-F238E27FC236}">
                <a16:creationId xmlns:a16="http://schemas.microsoft.com/office/drawing/2014/main" id="{E7BAB721-5593-4ACE-9867-12E586BF2F9F}"/>
              </a:ext>
            </a:extLst>
          </p:cNvPr>
          <p:cNvSpPr/>
          <p:nvPr/>
        </p:nvSpPr>
        <p:spPr>
          <a:xfrm>
            <a:off x="6028818" y="3272614"/>
            <a:ext cx="1392609" cy="1733961"/>
          </a:xfrm>
          <a:custGeom>
            <a:avLst/>
            <a:gdLst/>
            <a:ahLst/>
            <a:cxnLst/>
            <a:rect l="l" t="t" r="r" b="b"/>
            <a:pathLst>
              <a:path w="3315970" h="4128770">
                <a:moveTo>
                  <a:pt x="3315970" y="984250"/>
                </a:moveTo>
                <a:cubicBezTo>
                  <a:pt x="3148330" y="989330"/>
                  <a:pt x="2962910" y="995680"/>
                  <a:pt x="2799080" y="1003300"/>
                </a:cubicBezTo>
                <a:cubicBezTo>
                  <a:pt x="2344420" y="1024890"/>
                  <a:pt x="2143760" y="1056640"/>
                  <a:pt x="2153920" y="834390"/>
                </a:cubicBezTo>
                <a:cubicBezTo>
                  <a:pt x="2164080" y="612140"/>
                  <a:pt x="2533650" y="0"/>
                  <a:pt x="1921510" y="0"/>
                </a:cubicBezTo>
                <a:cubicBezTo>
                  <a:pt x="1266190" y="0"/>
                  <a:pt x="1657350" y="560070"/>
                  <a:pt x="1657350" y="844550"/>
                </a:cubicBezTo>
                <a:cubicBezTo>
                  <a:pt x="1657350" y="1035050"/>
                  <a:pt x="1435100" y="1035050"/>
                  <a:pt x="1160780" y="1035050"/>
                </a:cubicBezTo>
                <a:cubicBezTo>
                  <a:pt x="1027430" y="1035050"/>
                  <a:pt x="584200" y="1007110"/>
                  <a:pt x="165100" y="979170"/>
                </a:cubicBezTo>
                <a:cubicBezTo>
                  <a:pt x="135890" y="1421130"/>
                  <a:pt x="105410" y="1837690"/>
                  <a:pt x="105410" y="1837690"/>
                </a:cubicBezTo>
                <a:cubicBezTo>
                  <a:pt x="105410" y="1837690"/>
                  <a:pt x="0" y="2260600"/>
                  <a:pt x="391160" y="2249170"/>
                </a:cubicBezTo>
                <a:cubicBezTo>
                  <a:pt x="676910" y="2249170"/>
                  <a:pt x="1140460" y="1943100"/>
                  <a:pt x="1140460" y="2459990"/>
                </a:cubicBezTo>
                <a:cubicBezTo>
                  <a:pt x="1140460" y="2998470"/>
                  <a:pt x="601980" y="2692400"/>
                  <a:pt x="347980" y="2692400"/>
                </a:cubicBezTo>
                <a:cubicBezTo>
                  <a:pt x="93980" y="2692400"/>
                  <a:pt x="115570" y="2829560"/>
                  <a:pt x="115570" y="3241040"/>
                </a:cubicBezTo>
                <a:cubicBezTo>
                  <a:pt x="139700" y="3545840"/>
                  <a:pt x="191770" y="3853180"/>
                  <a:pt x="214630" y="4128770"/>
                </a:cubicBezTo>
                <a:lnTo>
                  <a:pt x="3315970" y="4128770"/>
                </a:lnTo>
                <a:lnTo>
                  <a:pt x="3315970" y="98425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>
            <a:noFill/>
          </a:ln>
        </p:spPr>
      </p:sp>
      <p:pic>
        <p:nvPicPr>
          <p:cNvPr id="87" name="Picture 25">
            <a:extLst>
              <a:ext uri="{FF2B5EF4-FFF2-40B4-BE49-F238E27FC236}">
                <a16:creationId xmlns:a16="http://schemas.microsoft.com/office/drawing/2014/main" id="{07F4B961-EB34-4724-95A2-9867D3355C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194" b="49898"/>
          <a:stretch>
            <a:fillRect/>
          </a:stretch>
        </p:blipFill>
        <p:spPr>
          <a:xfrm>
            <a:off x="7205566" y="4790351"/>
            <a:ext cx="214965" cy="216245"/>
          </a:xfrm>
          <a:prstGeom prst="rect">
            <a:avLst/>
          </a:prstGeom>
        </p:spPr>
      </p:pic>
      <p:sp>
        <p:nvSpPr>
          <p:cNvPr id="88" name="TextBox 31">
            <a:extLst>
              <a:ext uri="{FF2B5EF4-FFF2-40B4-BE49-F238E27FC236}">
                <a16:creationId xmlns:a16="http://schemas.microsoft.com/office/drawing/2014/main" id="{13FB29D1-9999-49FC-95C0-FC7D25E57CBA}"/>
              </a:ext>
            </a:extLst>
          </p:cNvPr>
          <p:cNvSpPr txBox="1"/>
          <p:nvPr/>
        </p:nvSpPr>
        <p:spPr>
          <a:xfrm>
            <a:off x="7793582" y="3962128"/>
            <a:ext cx="2848095" cy="36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70"/>
              </a:lnSpc>
            </a:pPr>
            <a:r>
              <a:rPr lang="zh-CN" altLang="en-US" sz="3200" b="1" dirty="0">
                <a:ln w="6600">
                  <a:solidFill>
                    <a:srgbClr val="003F88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5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小标题四</a:t>
            </a:r>
            <a:r>
              <a:rPr lang="en-US" sz="3200" b="1" dirty="0">
                <a:ln w="6600">
                  <a:solidFill>
                    <a:srgbClr val="003F88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5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&gt;&gt;&gt;</a:t>
            </a:r>
          </a:p>
        </p:txBody>
      </p:sp>
      <p:sp>
        <p:nvSpPr>
          <p:cNvPr id="89" name="TextBox 35">
            <a:extLst>
              <a:ext uri="{FF2B5EF4-FFF2-40B4-BE49-F238E27FC236}">
                <a16:creationId xmlns:a16="http://schemas.microsoft.com/office/drawing/2014/main" id="{C50BCA59-7552-4DEC-9A48-F2BA4A314EBE}"/>
              </a:ext>
            </a:extLst>
          </p:cNvPr>
          <p:cNvSpPr txBox="1"/>
          <p:nvPr/>
        </p:nvSpPr>
        <p:spPr>
          <a:xfrm>
            <a:off x="7793582" y="4504604"/>
            <a:ext cx="2848095" cy="488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spc="119" dirty="0">
                <a:solidFill>
                  <a:srgbClr val="303030"/>
                </a:solidFill>
                <a:latin typeface="+mn-ea"/>
              </a:rPr>
              <a:t>请输入内容</a:t>
            </a:r>
            <a:endParaRPr lang="en-US" sz="2400" spc="119" dirty="0">
              <a:solidFill>
                <a:srgbClr val="303030"/>
              </a:solidFill>
              <a:latin typeface="+mn-ea"/>
            </a:endParaRPr>
          </a:p>
        </p:txBody>
      </p:sp>
      <p:sp>
        <p:nvSpPr>
          <p:cNvPr id="90" name="TextBox 41">
            <a:extLst>
              <a:ext uri="{FF2B5EF4-FFF2-40B4-BE49-F238E27FC236}">
                <a16:creationId xmlns:a16="http://schemas.microsoft.com/office/drawing/2014/main" id="{E0E0614B-90F9-424C-B029-1003A1EC2F11}"/>
              </a:ext>
            </a:extLst>
          </p:cNvPr>
          <p:cNvSpPr txBox="1"/>
          <p:nvPr/>
        </p:nvSpPr>
        <p:spPr>
          <a:xfrm>
            <a:off x="6323873" y="4089836"/>
            <a:ext cx="981211" cy="752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07"/>
              </a:lnSpc>
              <a:spcBef>
                <a:spcPct val="0"/>
              </a:spcBef>
            </a:pPr>
            <a:r>
              <a:rPr lang="en-US" sz="6600" b="1" dirty="0">
                <a:ln w="1016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Georgia" panose="02040502050405020303" pitchFamily="18" charset="0"/>
                <a:ea typeface="黑体" panose="02010609060101010101" pitchFamily="49" charset="-122"/>
              </a:rPr>
              <a:t>4</a:t>
            </a:r>
          </a:p>
        </p:txBody>
      </p:sp>
      <p:sp>
        <p:nvSpPr>
          <p:cNvPr id="93" name="Freeform 23">
            <a:extLst>
              <a:ext uri="{FF2B5EF4-FFF2-40B4-BE49-F238E27FC236}">
                <a16:creationId xmlns:a16="http://schemas.microsoft.com/office/drawing/2014/main" id="{66C15AB8-ED6E-4328-8ACD-83DECE65307A}"/>
              </a:ext>
            </a:extLst>
          </p:cNvPr>
          <p:cNvSpPr/>
          <p:nvPr/>
        </p:nvSpPr>
        <p:spPr>
          <a:xfrm>
            <a:off x="4773816" y="3614499"/>
            <a:ext cx="1733961" cy="1392609"/>
          </a:xfrm>
          <a:custGeom>
            <a:avLst/>
            <a:gdLst/>
            <a:ahLst/>
            <a:cxnLst/>
            <a:rect l="l" t="t" r="r" b="b"/>
            <a:pathLst>
              <a:path w="4128770" h="3315970">
                <a:moveTo>
                  <a:pt x="3336290" y="1879600"/>
                </a:moveTo>
                <a:cubicBezTo>
                  <a:pt x="3590290" y="1879600"/>
                  <a:pt x="4128770" y="2185670"/>
                  <a:pt x="4128770" y="1647190"/>
                </a:cubicBezTo>
                <a:cubicBezTo>
                  <a:pt x="4128770" y="1130300"/>
                  <a:pt x="3663950" y="1436370"/>
                  <a:pt x="3379470" y="1436370"/>
                </a:cubicBezTo>
                <a:cubicBezTo>
                  <a:pt x="2988310" y="1446530"/>
                  <a:pt x="3093720" y="1024890"/>
                  <a:pt x="3093720" y="1024890"/>
                </a:cubicBezTo>
                <a:cubicBezTo>
                  <a:pt x="3093720" y="1024890"/>
                  <a:pt x="3124200" y="609600"/>
                  <a:pt x="3153410" y="166370"/>
                </a:cubicBezTo>
                <a:cubicBezTo>
                  <a:pt x="2708910" y="135890"/>
                  <a:pt x="2291080" y="105410"/>
                  <a:pt x="2291080" y="105410"/>
                </a:cubicBezTo>
                <a:cubicBezTo>
                  <a:pt x="2291080" y="105410"/>
                  <a:pt x="1868170" y="0"/>
                  <a:pt x="1879600" y="391160"/>
                </a:cubicBezTo>
                <a:cubicBezTo>
                  <a:pt x="1879600" y="676910"/>
                  <a:pt x="2185670" y="1140460"/>
                  <a:pt x="1668780" y="1140460"/>
                </a:cubicBezTo>
                <a:cubicBezTo>
                  <a:pt x="1130300" y="1140460"/>
                  <a:pt x="1436370" y="601980"/>
                  <a:pt x="1436370" y="347980"/>
                </a:cubicBezTo>
                <a:cubicBezTo>
                  <a:pt x="1436370" y="93980"/>
                  <a:pt x="1299210" y="115570"/>
                  <a:pt x="887730" y="115570"/>
                </a:cubicBezTo>
                <a:cubicBezTo>
                  <a:pt x="582930" y="139700"/>
                  <a:pt x="275590" y="191770"/>
                  <a:pt x="0" y="214630"/>
                </a:cubicBezTo>
                <a:lnTo>
                  <a:pt x="0" y="3315970"/>
                </a:lnTo>
                <a:lnTo>
                  <a:pt x="3204210" y="3315970"/>
                </a:lnTo>
                <a:cubicBezTo>
                  <a:pt x="3182620" y="3040380"/>
                  <a:pt x="3130549" y="2733040"/>
                  <a:pt x="3105149" y="2428240"/>
                </a:cubicBezTo>
                <a:cubicBezTo>
                  <a:pt x="3103879" y="2016760"/>
                  <a:pt x="3082289" y="1879600"/>
                  <a:pt x="3336289" y="187960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12700">
            <a:noFill/>
          </a:ln>
        </p:spPr>
      </p:sp>
      <p:pic>
        <p:nvPicPr>
          <p:cNvPr id="94" name="Picture 26">
            <a:extLst>
              <a:ext uri="{FF2B5EF4-FFF2-40B4-BE49-F238E27FC236}">
                <a16:creationId xmlns:a16="http://schemas.microsoft.com/office/drawing/2014/main" id="{0E179253-31C8-4EE0-BDED-60DC48E6D8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194" b="49898"/>
          <a:stretch>
            <a:fillRect/>
          </a:stretch>
        </p:blipFill>
        <p:spPr>
          <a:xfrm flipH="1">
            <a:off x="4770879" y="4790351"/>
            <a:ext cx="214965" cy="216245"/>
          </a:xfrm>
          <a:prstGeom prst="rect">
            <a:avLst/>
          </a:prstGeom>
        </p:spPr>
      </p:pic>
      <p:sp>
        <p:nvSpPr>
          <p:cNvPr id="95" name="TextBox 32">
            <a:extLst>
              <a:ext uri="{FF2B5EF4-FFF2-40B4-BE49-F238E27FC236}">
                <a16:creationId xmlns:a16="http://schemas.microsoft.com/office/drawing/2014/main" id="{7119C0AA-49B8-4CB2-B551-47F52316F489}"/>
              </a:ext>
            </a:extLst>
          </p:cNvPr>
          <p:cNvSpPr txBox="1"/>
          <p:nvPr/>
        </p:nvSpPr>
        <p:spPr>
          <a:xfrm>
            <a:off x="1591023" y="3962128"/>
            <a:ext cx="2848095" cy="36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70"/>
              </a:lnSpc>
            </a:pPr>
            <a:r>
              <a:rPr lang="en-US" sz="3200" b="1" dirty="0">
                <a:ln w="6600">
                  <a:solidFill>
                    <a:srgbClr val="003F88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5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&lt;&lt;&lt; </a:t>
            </a:r>
            <a:r>
              <a:rPr lang="zh-CN" altLang="en-US" sz="3200" b="1" dirty="0">
                <a:ln w="6600">
                  <a:solidFill>
                    <a:srgbClr val="003F88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5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小标题三</a:t>
            </a:r>
            <a:endParaRPr lang="en-US" sz="3200" b="1" dirty="0">
              <a:ln w="6600">
                <a:solidFill>
                  <a:srgbClr val="003F88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5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TextBox 40">
            <a:extLst>
              <a:ext uri="{FF2B5EF4-FFF2-40B4-BE49-F238E27FC236}">
                <a16:creationId xmlns:a16="http://schemas.microsoft.com/office/drawing/2014/main" id="{C5B7B5A1-13A0-47AF-AC0D-EE3F0CF90F09}"/>
              </a:ext>
            </a:extLst>
          </p:cNvPr>
          <p:cNvSpPr txBox="1"/>
          <p:nvPr/>
        </p:nvSpPr>
        <p:spPr>
          <a:xfrm>
            <a:off x="4985357" y="4089836"/>
            <a:ext cx="910890" cy="752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07"/>
              </a:lnSpc>
              <a:spcBef>
                <a:spcPct val="0"/>
              </a:spcBef>
            </a:pPr>
            <a:r>
              <a:rPr lang="en-US" sz="6600" b="1" dirty="0">
                <a:ln w="1016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Georgia" panose="02040502050405020303" pitchFamily="18" charset="0"/>
                <a:ea typeface="黑体" panose="02010609060101010101" pitchFamily="49" charset="-122"/>
              </a:rPr>
              <a:t>3</a:t>
            </a:r>
          </a:p>
        </p:txBody>
      </p:sp>
      <p:sp>
        <p:nvSpPr>
          <p:cNvPr id="97" name="TextBox 34">
            <a:extLst>
              <a:ext uri="{FF2B5EF4-FFF2-40B4-BE49-F238E27FC236}">
                <a16:creationId xmlns:a16="http://schemas.microsoft.com/office/drawing/2014/main" id="{B7D08FB9-8582-4C44-8728-99915F99CF12}"/>
              </a:ext>
            </a:extLst>
          </p:cNvPr>
          <p:cNvSpPr txBox="1"/>
          <p:nvPr/>
        </p:nvSpPr>
        <p:spPr>
          <a:xfrm>
            <a:off x="1591023" y="4504604"/>
            <a:ext cx="2848095" cy="488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2400" spc="119" dirty="0">
                <a:solidFill>
                  <a:srgbClr val="303030"/>
                </a:solidFill>
                <a:latin typeface="+mn-ea"/>
              </a:rPr>
              <a:t>请输入内容</a:t>
            </a:r>
            <a:endParaRPr lang="en-US" sz="2400" spc="119" dirty="0">
              <a:solidFill>
                <a:srgbClr val="303030"/>
              </a:solidFill>
              <a:latin typeface="+mn-ea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EEC1DBBF-D73B-47C1-99FE-B537D4F26DED}"/>
              </a:ext>
            </a:extLst>
          </p:cNvPr>
          <p:cNvSpPr txBox="1"/>
          <p:nvPr/>
        </p:nvSpPr>
        <p:spPr>
          <a:xfrm>
            <a:off x="542138" y="218394"/>
            <a:ext cx="60784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rgbClr val="003F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 </a:t>
            </a:r>
            <a:r>
              <a:rPr lang="zh-CN" altLang="en-US" sz="2800" b="1" dirty="0">
                <a:solidFill>
                  <a:srgbClr val="003F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一级标题 </a:t>
            </a:r>
            <a:r>
              <a:rPr lang="en-US" altLang="zh-CN" sz="2800" b="1" dirty="0">
                <a:solidFill>
                  <a:srgbClr val="003F88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–</a:t>
            </a:r>
            <a:r>
              <a:rPr lang="en-US" altLang="zh-CN" sz="2800" b="1" dirty="0">
                <a:solidFill>
                  <a:srgbClr val="003F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rgbClr val="003F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二级标题</a:t>
            </a:r>
            <a:endParaRPr lang="zh-CN" altLang="en-US" sz="2800" b="1" dirty="0">
              <a:solidFill>
                <a:srgbClr val="003F8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7644CCD9-73DC-4873-BB2B-DEE3C815E5CF}"/>
              </a:ext>
            </a:extLst>
          </p:cNvPr>
          <p:cNvGrpSpPr/>
          <p:nvPr/>
        </p:nvGrpSpPr>
        <p:grpSpPr>
          <a:xfrm>
            <a:off x="0" y="-2932"/>
            <a:ext cx="517646" cy="981393"/>
            <a:chOff x="0" y="111538"/>
            <a:chExt cx="899042" cy="1704473"/>
          </a:xfrm>
        </p:grpSpPr>
        <p:sp>
          <p:nvSpPr>
            <p:cNvPr id="111" name="椭圆 110">
              <a:extLst>
                <a:ext uri="{FF2B5EF4-FFF2-40B4-BE49-F238E27FC236}">
                  <a16:creationId xmlns:a16="http://schemas.microsoft.com/office/drawing/2014/main" id="{30FC83B0-D5C4-4F4B-B9FD-1E2512A4AE34}"/>
                </a:ext>
              </a:extLst>
            </p:cNvPr>
            <p:cNvSpPr/>
            <p:nvPr/>
          </p:nvSpPr>
          <p:spPr>
            <a:xfrm>
              <a:off x="778917" y="885854"/>
              <a:ext cx="120125" cy="120125"/>
            </a:xfrm>
            <a:prstGeom prst="ellipse">
              <a:avLst/>
            </a:prstGeom>
            <a:solidFill>
              <a:srgbClr val="003F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B2615476-892D-4765-A5CA-880FE1E03769}"/>
                </a:ext>
              </a:extLst>
            </p:cNvPr>
            <p:cNvGrpSpPr/>
            <p:nvPr/>
          </p:nvGrpSpPr>
          <p:grpSpPr>
            <a:xfrm>
              <a:off x="0" y="111538"/>
              <a:ext cx="875360" cy="1704473"/>
              <a:chOff x="357726" y="552695"/>
              <a:chExt cx="1547190" cy="3012640"/>
            </a:xfrm>
            <a:solidFill>
              <a:srgbClr val="003F89"/>
            </a:solidFill>
          </p:grpSpPr>
          <p:sp>
            <p:nvSpPr>
              <p:cNvPr id="113" name="任意多边形: 形状 112">
                <a:extLst>
                  <a:ext uri="{FF2B5EF4-FFF2-40B4-BE49-F238E27FC236}">
                    <a16:creationId xmlns:a16="http://schemas.microsoft.com/office/drawing/2014/main" id="{8404B455-A4B1-4725-87BC-1B190CC726F0}"/>
                  </a:ext>
                </a:extLst>
              </p:cNvPr>
              <p:cNvSpPr/>
              <p:nvPr/>
            </p:nvSpPr>
            <p:spPr>
              <a:xfrm rot="10800000" flipH="1" flipV="1">
                <a:off x="357726" y="2018145"/>
                <a:ext cx="1464435" cy="1547190"/>
              </a:xfrm>
              <a:custGeom>
                <a:avLst/>
                <a:gdLst>
                  <a:gd name="connsiteX0" fmla="*/ 0 w 1464435"/>
                  <a:gd name="connsiteY0" fmla="*/ 0 h 1547190"/>
                  <a:gd name="connsiteX1" fmla="*/ 1464435 w 1464435"/>
                  <a:gd name="connsiteY1" fmla="*/ 0 h 1547190"/>
                  <a:gd name="connsiteX2" fmla="*/ 1314628 w 1464435"/>
                  <a:gd name="connsiteY2" fmla="*/ 22863 h 1547190"/>
                  <a:gd name="connsiteX3" fmla="*/ 3759 w 1464435"/>
                  <a:gd name="connsiteY3" fmla="*/ 1472763 h 1547190"/>
                  <a:gd name="connsiteX4" fmla="*/ 0 w 1464435"/>
                  <a:gd name="connsiteY4" fmla="*/ 1547190 h 1547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4435" h="1547190">
                    <a:moveTo>
                      <a:pt x="0" y="0"/>
                    </a:moveTo>
                    <a:lnTo>
                      <a:pt x="1464435" y="0"/>
                    </a:lnTo>
                    <a:lnTo>
                      <a:pt x="1314628" y="22863"/>
                    </a:lnTo>
                    <a:cubicBezTo>
                      <a:pt x="615432" y="165940"/>
                      <a:pt x="77096" y="750618"/>
                      <a:pt x="3759" y="1472763"/>
                    </a:cubicBezTo>
                    <a:lnTo>
                      <a:pt x="0" y="154719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" name="任意多边形: 形状 113">
                <a:extLst>
                  <a:ext uri="{FF2B5EF4-FFF2-40B4-BE49-F238E27FC236}">
                    <a16:creationId xmlns:a16="http://schemas.microsoft.com/office/drawing/2014/main" id="{99AC6A87-9DD4-4ADE-B32D-F11E2FDC5001}"/>
                  </a:ext>
                </a:extLst>
              </p:cNvPr>
              <p:cNvSpPr/>
              <p:nvPr/>
            </p:nvSpPr>
            <p:spPr>
              <a:xfrm rot="5400000" flipH="1" flipV="1">
                <a:off x="399103" y="511318"/>
                <a:ext cx="1464435" cy="1547190"/>
              </a:xfrm>
              <a:custGeom>
                <a:avLst/>
                <a:gdLst>
                  <a:gd name="connsiteX0" fmla="*/ 0 w 1464435"/>
                  <a:gd name="connsiteY0" fmla="*/ 0 h 1547190"/>
                  <a:gd name="connsiteX1" fmla="*/ 1464435 w 1464435"/>
                  <a:gd name="connsiteY1" fmla="*/ 0 h 1547190"/>
                  <a:gd name="connsiteX2" fmla="*/ 1314628 w 1464435"/>
                  <a:gd name="connsiteY2" fmla="*/ 22863 h 1547190"/>
                  <a:gd name="connsiteX3" fmla="*/ 3759 w 1464435"/>
                  <a:gd name="connsiteY3" fmla="*/ 1472763 h 1547190"/>
                  <a:gd name="connsiteX4" fmla="*/ 0 w 1464435"/>
                  <a:gd name="connsiteY4" fmla="*/ 1547190 h 1547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4435" h="1547190">
                    <a:moveTo>
                      <a:pt x="0" y="0"/>
                    </a:moveTo>
                    <a:lnTo>
                      <a:pt x="1464435" y="0"/>
                    </a:lnTo>
                    <a:lnTo>
                      <a:pt x="1314628" y="22863"/>
                    </a:lnTo>
                    <a:cubicBezTo>
                      <a:pt x="615432" y="165940"/>
                      <a:pt x="77096" y="750618"/>
                      <a:pt x="3759" y="1472763"/>
                    </a:cubicBezTo>
                    <a:lnTo>
                      <a:pt x="0" y="154719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49592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888971FF-38D5-43EF-AEAB-1FCD8FCDA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318" y="487688"/>
            <a:ext cx="3377364" cy="938156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0F56DD7F-8255-476B-9EC6-C53321F92149}"/>
              </a:ext>
            </a:extLst>
          </p:cNvPr>
          <p:cNvSpPr/>
          <p:nvPr/>
        </p:nvSpPr>
        <p:spPr>
          <a:xfrm>
            <a:off x="0" y="2279259"/>
            <a:ext cx="12192000" cy="2299792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spc="3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平行四边形 14">
            <a:extLst>
              <a:ext uri="{FF2B5EF4-FFF2-40B4-BE49-F238E27FC236}">
                <a16:creationId xmlns:a16="http://schemas.microsoft.com/office/drawing/2014/main" id="{D7F0E690-6592-4097-BF51-75E7C382F258}"/>
              </a:ext>
            </a:extLst>
          </p:cNvPr>
          <p:cNvSpPr/>
          <p:nvPr/>
        </p:nvSpPr>
        <p:spPr>
          <a:xfrm>
            <a:off x="-185979" y="2032990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平行四边形 15">
            <a:extLst>
              <a:ext uri="{FF2B5EF4-FFF2-40B4-BE49-F238E27FC236}">
                <a16:creationId xmlns:a16="http://schemas.microsoft.com/office/drawing/2014/main" id="{A094E650-D683-4077-B8CC-8A016732BD2B}"/>
              </a:ext>
            </a:extLst>
          </p:cNvPr>
          <p:cNvSpPr/>
          <p:nvPr/>
        </p:nvSpPr>
        <p:spPr>
          <a:xfrm>
            <a:off x="7421105" y="4703038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B61AB4E-87B5-41B4-9759-DE4CE9B4F88B}"/>
              </a:ext>
            </a:extLst>
          </p:cNvPr>
          <p:cNvSpPr/>
          <p:nvPr/>
        </p:nvSpPr>
        <p:spPr>
          <a:xfrm>
            <a:off x="1948069" y="2921168"/>
            <a:ext cx="8295861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6000" b="1" spc="3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恳请老师同学批评指正</a:t>
            </a:r>
            <a:endParaRPr lang="en-US" altLang="zh-CN" sz="6000" b="1" spc="3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38EF009-3B12-462C-B857-4C3A74891034}"/>
              </a:ext>
            </a:extLst>
          </p:cNvPr>
          <p:cNvSpPr txBox="1"/>
          <p:nvPr/>
        </p:nvSpPr>
        <p:spPr>
          <a:xfrm>
            <a:off x="2563933" y="5388248"/>
            <a:ext cx="2332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汇报人：</a:t>
            </a:r>
            <a:r>
              <a:rPr lang="en-US" altLang="zh-CN" sz="2400" b="1" dirty="0" err="1"/>
              <a:t>qs</a:t>
            </a:r>
            <a:endParaRPr lang="zh-CN" altLang="en-US" sz="24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B2745C4-C2F5-4B01-8688-C72693971BC6}"/>
              </a:ext>
            </a:extLst>
          </p:cNvPr>
          <p:cNvSpPr txBox="1"/>
          <p:nvPr/>
        </p:nvSpPr>
        <p:spPr>
          <a:xfrm>
            <a:off x="5473389" y="5388248"/>
            <a:ext cx="4045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指导教师：沾沾喜气  教授</a:t>
            </a:r>
          </a:p>
        </p:txBody>
      </p:sp>
    </p:spTree>
    <p:extLst>
      <p:ext uri="{BB962C8B-B14F-4D97-AF65-F5344CB8AC3E}">
        <p14:creationId xmlns:p14="http://schemas.microsoft.com/office/powerpoint/2010/main" val="3989050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455</Words>
  <Application>Microsoft Office PowerPoint</Application>
  <PresentationFormat>宽屏</PresentationFormat>
  <Paragraphs>180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6" baseType="lpstr">
      <vt:lpstr>等线</vt:lpstr>
      <vt:lpstr>仿宋</vt:lpstr>
      <vt:lpstr>汉仪瑞意宋X 75简</vt:lpstr>
      <vt:lpstr>汉仪润圆-45简</vt:lpstr>
      <vt:lpstr>黑体</vt:lpstr>
      <vt:lpstr>楷体</vt:lpstr>
      <vt:lpstr>宋体</vt:lpstr>
      <vt:lpstr>微软雅黑</vt:lpstr>
      <vt:lpstr>字由点字典黑 75J</vt:lpstr>
      <vt:lpstr>Arial</vt:lpstr>
      <vt:lpstr>Calibri</vt:lpstr>
      <vt:lpstr>Cambria</vt:lpstr>
      <vt:lpstr>Georgia</vt:lpstr>
      <vt:lpstr>Impact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</dc:creator>
  <cp:lastModifiedBy>s</cp:lastModifiedBy>
  <cp:revision>42</cp:revision>
  <dcterms:created xsi:type="dcterms:W3CDTF">2024-06-04T23:12:24Z</dcterms:created>
  <dcterms:modified xsi:type="dcterms:W3CDTF">2024-06-05T06:54:43Z</dcterms:modified>
</cp:coreProperties>
</file>